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 id="2147483684" r:id="rId2"/>
    <p:sldMasterId id="2147483666" r:id="rId3"/>
  </p:sldMasterIdLst>
  <p:notesMasterIdLst>
    <p:notesMasterId r:id="rId68"/>
  </p:notesMasterIdLst>
  <p:handoutMasterIdLst>
    <p:handoutMasterId r:id="rId69"/>
  </p:handoutMasterIdLst>
  <p:sldIdLst>
    <p:sldId id="647" r:id="rId4"/>
    <p:sldId id="648" r:id="rId5"/>
    <p:sldId id="649" r:id="rId6"/>
    <p:sldId id="650" r:id="rId7"/>
    <p:sldId id="651" r:id="rId8"/>
    <p:sldId id="652" r:id="rId9"/>
    <p:sldId id="653" r:id="rId10"/>
    <p:sldId id="654" r:id="rId11"/>
    <p:sldId id="655" r:id="rId12"/>
    <p:sldId id="656" r:id="rId13"/>
    <p:sldId id="657" r:id="rId14"/>
    <p:sldId id="658" r:id="rId15"/>
    <p:sldId id="659" r:id="rId16"/>
    <p:sldId id="660" r:id="rId17"/>
    <p:sldId id="661" r:id="rId18"/>
    <p:sldId id="662" r:id="rId19"/>
    <p:sldId id="663" r:id="rId20"/>
    <p:sldId id="664" r:id="rId21"/>
    <p:sldId id="665" r:id="rId22"/>
    <p:sldId id="666" r:id="rId23"/>
    <p:sldId id="667" r:id="rId24"/>
    <p:sldId id="668" r:id="rId25"/>
    <p:sldId id="669" r:id="rId26"/>
    <p:sldId id="670" r:id="rId27"/>
    <p:sldId id="671" r:id="rId28"/>
    <p:sldId id="672" r:id="rId29"/>
    <p:sldId id="673" r:id="rId30"/>
    <p:sldId id="674" r:id="rId31"/>
    <p:sldId id="675" r:id="rId32"/>
    <p:sldId id="676" r:id="rId33"/>
    <p:sldId id="677" r:id="rId34"/>
    <p:sldId id="678" r:id="rId35"/>
    <p:sldId id="679" r:id="rId36"/>
    <p:sldId id="680" r:id="rId37"/>
    <p:sldId id="681" r:id="rId38"/>
    <p:sldId id="682" r:id="rId39"/>
    <p:sldId id="683" r:id="rId40"/>
    <p:sldId id="684" r:id="rId41"/>
    <p:sldId id="685" r:id="rId42"/>
    <p:sldId id="686" r:id="rId43"/>
    <p:sldId id="687" r:id="rId44"/>
    <p:sldId id="688" r:id="rId45"/>
    <p:sldId id="689" r:id="rId46"/>
    <p:sldId id="690" r:id="rId47"/>
    <p:sldId id="691" r:id="rId48"/>
    <p:sldId id="692" r:id="rId49"/>
    <p:sldId id="693" r:id="rId50"/>
    <p:sldId id="694" r:id="rId51"/>
    <p:sldId id="695" r:id="rId52"/>
    <p:sldId id="696" r:id="rId53"/>
    <p:sldId id="697" r:id="rId54"/>
    <p:sldId id="698" r:id="rId55"/>
    <p:sldId id="699" r:id="rId56"/>
    <p:sldId id="700" r:id="rId57"/>
    <p:sldId id="710" r:id="rId6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p15:clr>
            <a:srgbClr val="A4A3A4"/>
          </p15:clr>
        </p15:guide>
        <p15:guide id="4" orient="horz" pos="1900">
          <p15:clr>
            <a:srgbClr val="A4A3A4"/>
          </p15:clr>
        </p15:guide>
        <p15:guide id="5" pos="5175">
          <p15:clr>
            <a:srgbClr val="A4A3A4"/>
          </p15:clr>
        </p15:guide>
        <p15:guide id="6" pos="28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C7A7"/>
    <a:srgbClr val="F6BC95"/>
    <a:srgbClr val="F4B285"/>
    <a:srgbClr val="F2A16A"/>
    <a:srgbClr val="666666"/>
    <a:srgbClr val="F09253"/>
    <a:srgbClr val="EE853E"/>
    <a:srgbClr val="EB701E"/>
    <a:srgbClr val="D16012"/>
    <a:srgbClr val="BC56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FDD1D-AE75-4F54-A76E-7183B36657DF}" v="2" dt="2026-10-26T06:50:23.6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7962" autoAdjust="0"/>
    <p:restoredTop sz="94660"/>
  </p:normalViewPr>
  <p:slideViewPr>
    <p:cSldViewPr snapToGrid="0" showGuides="1">
      <p:cViewPr>
        <p:scale>
          <a:sx n="125" d="100"/>
          <a:sy n="125" d="100"/>
        </p:scale>
        <p:origin x="-144" y="-117"/>
      </p:cViewPr>
      <p:guideLst>
        <p:guide orient="horz" pos="2160"/>
        <p:guide pos="2880"/>
        <p:guide orient="horz" pos="1620"/>
        <p:guide orient="horz" pos="1900"/>
        <p:guide pos="5175"/>
        <p:guide pos="28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2856"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74" Type="http://schemas.microsoft.com/office/2016/11/relationships/changesInfo" Target="changesInfos/changesInfo1.xml"/><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9"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73"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LL Chen" userId="57bada66e2e983d5" providerId="LiveId" clId="{CDE089A9-A992-425E-90C6-FC8CBED75005}"/>
    <pc:docChg chg="undo custSel modSld delMainMaster">
      <pc:chgData name="BiLL Chen" userId="57bada66e2e983d5" providerId="LiveId" clId="{CDE089A9-A992-425E-90C6-FC8CBED75005}" dt="2026-10-26T06:50:30.717" v="131"/>
      <pc:docMkLst>
        <pc:docMk/>
      </pc:docMkLst>
      <pc:sldChg chg="modSp mod">
        <pc:chgData name="BiLL Chen" userId="57bada66e2e983d5" providerId="LiveId" clId="{CDE089A9-A992-425E-90C6-FC8CBED75005}" dt="2026-10-26T06:50:23.718" v="77" actId="27636"/>
        <pc:sldMkLst>
          <pc:docMk/>
          <pc:sldMk cId="0" sldId="647"/>
        </pc:sldMkLst>
        <pc:spChg chg="mod">
          <ac:chgData name="BiLL Chen" userId="57bada66e2e983d5" providerId="LiveId" clId="{CDE089A9-A992-425E-90C6-FC8CBED75005}" dt="2026-10-26T06:50:23.718" v="77" actId="27636"/>
          <ac:spMkLst>
            <pc:docMk/>
            <pc:sldMk cId="0" sldId="647"/>
            <ac:spMk id="2" creationId="{00000000-0000-0000-0000-000000000000}"/>
          </ac:spMkLst>
        </pc:spChg>
      </pc:sldChg>
      <pc:sldChg chg="modSp mod">
        <pc:chgData name="BiLL Chen" userId="57bada66e2e983d5" providerId="LiveId" clId="{CDE089A9-A992-425E-90C6-FC8CBED75005}" dt="2026-10-26T06:50:23.727" v="78" actId="27636"/>
        <pc:sldMkLst>
          <pc:docMk/>
          <pc:sldMk cId="0" sldId="648"/>
        </pc:sldMkLst>
        <pc:spChg chg="mod">
          <ac:chgData name="BiLL Chen" userId="57bada66e2e983d5" providerId="LiveId" clId="{CDE089A9-A992-425E-90C6-FC8CBED75005}" dt="2026-10-26T06:50:23.727" v="78" actId="27636"/>
          <ac:spMkLst>
            <pc:docMk/>
            <pc:sldMk cId="0" sldId="648"/>
            <ac:spMk id="2" creationId="{00000000-0000-0000-0000-000000000000}"/>
          </ac:spMkLst>
        </pc:spChg>
      </pc:sldChg>
      <pc:sldChg chg="modSp mod">
        <pc:chgData name="BiLL Chen" userId="57bada66e2e983d5" providerId="LiveId" clId="{CDE089A9-A992-425E-90C6-FC8CBED75005}" dt="2026-10-26T06:50:23.732" v="79" actId="27636"/>
        <pc:sldMkLst>
          <pc:docMk/>
          <pc:sldMk cId="0" sldId="649"/>
        </pc:sldMkLst>
        <pc:spChg chg="mod">
          <ac:chgData name="BiLL Chen" userId="57bada66e2e983d5" providerId="LiveId" clId="{CDE089A9-A992-425E-90C6-FC8CBED75005}" dt="2026-10-26T06:50:23.732" v="79" actId="27636"/>
          <ac:spMkLst>
            <pc:docMk/>
            <pc:sldMk cId="0" sldId="649"/>
            <ac:spMk id="2" creationId="{00000000-0000-0000-0000-000000000000}"/>
          </ac:spMkLst>
        </pc:spChg>
      </pc:sldChg>
      <pc:sldChg chg="modSp mod">
        <pc:chgData name="BiLL Chen" userId="57bada66e2e983d5" providerId="LiveId" clId="{CDE089A9-A992-425E-90C6-FC8CBED75005}" dt="2026-10-26T06:50:23.740" v="80" actId="27636"/>
        <pc:sldMkLst>
          <pc:docMk/>
          <pc:sldMk cId="0" sldId="650"/>
        </pc:sldMkLst>
        <pc:spChg chg="mod">
          <ac:chgData name="BiLL Chen" userId="57bada66e2e983d5" providerId="LiveId" clId="{CDE089A9-A992-425E-90C6-FC8CBED75005}" dt="2026-10-26T06:50:23.740" v="80" actId="27636"/>
          <ac:spMkLst>
            <pc:docMk/>
            <pc:sldMk cId="0" sldId="650"/>
            <ac:spMk id="2" creationId="{00000000-0000-0000-0000-000000000000}"/>
          </ac:spMkLst>
        </pc:spChg>
      </pc:sldChg>
      <pc:sldChg chg="modSp mod">
        <pc:chgData name="BiLL Chen" userId="57bada66e2e983d5" providerId="LiveId" clId="{CDE089A9-A992-425E-90C6-FC8CBED75005}" dt="2026-10-26T06:50:23.746" v="81" actId="27636"/>
        <pc:sldMkLst>
          <pc:docMk/>
          <pc:sldMk cId="0" sldId="651"/>
        </pc:sldMkLst>
        <pc:spChg chg="mod">
          <ac:chgData name="BiLL Chen" userId="57bada66e2e983d5" providerId="LiveId" clId="{CDE089A9-A992-425E-90C6-FC8CBED75005}" dt="2026-10-26T06:50:23.746" v="81" actId="27636"/>
          <ac:spMkLst>
            <pc:docMk/>
            <pc:sldMk cId="0" sldId="651"/>
            <ac:spMk id="2" creationId="{00000000-0000-0000-0000-000000000000}"/>
          </ac:spMkLst>
        </pc:spChg>
      </pc:sldChg>
      <pc:sldChg chg="modSp mod">
        <pc:chgData name="BiLL Chen" userId="57bada66e2e983d5" providerId="LiveId" clId="{CDE089A9-A992-425E-90C6-FC8CBED75005}" dt="2026-10-26T06:50:23.751" v="82" actId="27636"/>
        <pc:sldMkLst>
          <pc:docMk/>
          <pc:sldMk cId="0" sldId="652"/>
        </pc:sldMkLst>
        <pc:spChg chg="mod">
          <ac:chgData name="BiLL Chen" userId="57bada66e2e983d5" providerId="LiveId" clId="{CDE089A9-A992-425E-90C6-FC8CBED75005}" dt="2026-10-26T06:50:23.751" v="82" actId="27636"/>
          <ac:spMkLst>
            <pc:docMk/>
            <pc:sldMk cId="0" sldId="652"/>
            <ac:spMk id="2" creationId="{00000000-0000-0000-0000-000000000000}"/>
          </ac:spMkLst>
        </pc:spChg>
      </pc:sldChg>
      <pc:sldChg chg="modSp mod">
        <pc:chgData name="BiLL Chen" userId="57bada66e2e983d5" providerId="LiveId" clId="{CDE089A9-A992-425E-90C6-FC8CBED75005}" dt="2026-10-26T06:50:23.757" v="83" actId="27636"/>
        <pc:sldMkLst>
          <pc:docMk/>
          <pc:sldMk cId="0" sldId="653"/>
        </pc:sldMkLst>
        <pc:spChg chg="mod">
          <ac:chgData name="BiLL Chen" userId="57bada66e2e983d5" providerId="LiveId" clId="{CDE089A9-A992-425E-90C6-FC8CBED75005}" dt="2026-10-26T06:50:23.757" v="83" actId="27636"/>
          <ac:spMkLst>
            <pc:docMk/>
            <pc:sldMk cId="0" sldId="653"/>
            <ac:spMk id="2" creationId="{00000000-0000-0000-0000-000000000000}"/>
          </ac:spMkLst>
        </pc:spChg>
      </pc:sldChg>
      <pc:sldChg chg="modSp mod">
        <pc:chgData name="BiLL Chen" userId="57bada66e2e983d5" providerId="LiveId" clId="{CDE089A9-A992-425E-90C6-FC8CBED75005}" dt="2026-10-26T06:50:23.764" v="84" actId="27636"/>
        <pc:sldMkLst>
          <pc:docMk/>
          <pc:sldMk cId="0" sldId="654"/>
        </pc:sldMkLst>
        <pc:spChg chg="mod">
          <ac:chgData name="BiLL Chen" userId="57bada66e2e983d5" providerId="LiveId" clId="{CDE089A9-A992-425E-90C6-FC8CBED75005}" dt="2026-10-26T06:50:23.764" v="84" actId="27636"/>
          <ac:spMkLst>
            <pc:docMk/>
            <pc:sldMk cId="0" sldId="654"/>
            <ac:spMk id="2" creationId="{00000000-0000-0000-0000-000000000000}"/>
          </ac:spMkLst>
        </pc:spChg>
      </pc:sldChg>
      <pc:sldChg chg="modSp mod">
        <pc:chgData name="BiLL Chen" userId="57bada66e2e983d5" providerId="LiveId" clId="{CDE089A9-A992-425E-90C6-FC8CBED75005}" dt="2026-10-26T06:50:23.771" v="85" actId="27636"/>
        <pc:sldMkLst>
          <pc:docMk/>
          <pc:sldMk cId="0" sldId="655"/>
        </pc:sldMkLst>
        <pc:spChg chg="mod">
          <ac:chgData name="BiLL Chen" userId="57bada66e2e983d5" providerId="LiveId" clId="{CDE089A9-A992-425E-90C6-FC8CBED75005}" dt="2026-10-26T06:50:23.771" v="85" actId="27636"/>
          <ac:spMkLst>
            <pc:docMk/>
            <pc:sldMk cId="0" sldId="655"/>
            <ac:spMk id="2" creationId="{00000000-0000-0000-0000-000000000000}"/>
          </ac:spMkLst>
        </pc:spChg>
      </pc:sldChg>
      <pc:sldChg chg="modSp mod">
        <pc:chgData name="BiLL Chen" userId="57bada66e2e983d5" providerId="LiveId" clId="{CDE089A9-A992-425E-90C6-FC8CBED75005}" dt="2026-10-26T06:50:23.778" v="86" actId="27636"/>
        <pc:sldMkLst>
          <pc:docMk/>
          <pc:sldMk cId="0" sldId="656"/>
        </pc:sldMkLst>
        <pc:spChg chg="mod">
          <ac:chgData name="BiLL Chen" userId="57bada66e2e983d5" providerId="LiveId" clId="{CDE089A9-A992-425E-90C6-FC8CBED75005}" dt="2026-10-26T06:50:23.778" v="86" actId="27636"/>
          <ac:spMkLst>
            <pc:docMk/>
            <pc:sldMk cId="0" sldId="656"/>
            <ac:spMk id="2" creationId="{00000000-0000-0000-0000-000000000000}"/>
          </ac:spMkLst>
        </pc:spChg>
      </pc:sldChg>
      <pc:sldChg chg="modSp mod">
        <pc:chgData name="BiLL Chen" userId="57bada66e2e983d5" providerId="LiveId" clId="{CDE089A9-A992-425E-90C6-FC8CBED75005}" dt="2026-10-26T06:50:23.784" v="87" actId="27636"/>
        <pc:sldMkLst>
          <pc:docMk/>
          <pc:sldMk cId="0" sldId="657"/>
        </pc:sldMkLst>
        <pc:spChg chg="mod">
          <ac:chgData name="BiLL Chen" userId="57bada66e2e983d5" providerId="LiveId" clId="{CDE089A9-A992-425E-90C6-FC8CBED75005}" dt="2026-10-26T06:50:23.784" v="87" actId="27636"/>
          <ac:spMkLst>
            <pc:docMk/>
            <pc:sldMk cId="0" sldId="657"/>
            <ac:spMk id="2" creationId="{00000000-0000-0000-0000-000000000000}"/>
          </ac:spMkLst>
        </pc:spChg>
      </pc:sldChg>
      <pc:sldChg chg="modSp mod">
        <pc:chgData name="BiLL Chen" userId="57bada66e2e983d5" providerId="LiveId" clId="{CDE089A9-A992-425E-90C6-FC8CBED75005}" dt="2026-10-26T06:50:23.790" v="88" actId="27636"/>
        <pc:sldMkLst>
          <pc:docMk/>
          <pc:sldMk cId="0" sldId="658"/>
        </pc:sldMkLst>
        <pc:spChg chg="mod">
          <ac:chgData name="BiLL Chen" userId="57bada66e2e983d5" providerId="LiveId" clId="{CDE089A9-A992-425E-90C6-FC8CBED75005}" dt="2026-10-26T06:50:23.790" v="88" actId="27636"/>
          <ac:spMkLst>
            <pc:docMk/>
            <pc:sldMk cId="0" sldId="658"/>
            <ac:spMk id="2" creationId="{00000000-0000-0000-0000-000000000000}"/>
          </ac:spMkLst>
        </pc:spChg>
      </pc:sldChg>
      <pc:sldChg chg="modSp mod">
        <pc:chgData name="BiLL Chen" userId="57bada66e2e983d5" providerId="LiveId" clId="{CDE089A9-A992-425E-90C6-FC8CBED75005}" dt="2026-10-26T06:50:23.796" v="89" actId="27636"/>
        <pc:sldMkLst>
          <pc:docMk/>
          <pc:sldMk cId="0" sldId="659"/>
        </pc:sldMkLst>
        <pc:spChg chg="mod">
          <ac:chgData name="BiLL Chen" userId="57bada66e2e983d5" providerId="LiveId" clId="{CDE089A9-A992-425E-90C6-FC8CBED75005}" dt="2026-10-26T06:50:23.796" v="89" actId="27636"/>
          <ac:spMkLst>
            <pc:docMk/>
            <pc:sldMk cId="0" sldId="659"/>
            <ac:spMk id="2" creationId="{00000000-0000-0000-0000-000000000000}"/>
          </ac:spMkLst>
        </pc:spChg>
      </pc:sldChg>
      <pc:sldChg chg="modSp mod">
        <pc:chgData name="BiLL Chen" userId="57bada66e2e983d5" providerId="LiveId" clId="{CDE089A9-A992-425E-90C6-FC8CBED75005}" dt="2026-10-26T06:50:23.804" v="90" actId="27636"/>
        <pc:sldMkLst>
          <pc:docMk/>
          <pc:sldMk cId="0" sldId="660"/>
        </pc:sldMkLst>
        <pc:spChg chg="mod">
          <ac:chgData name="BiLL Chen" userId="57bada66e2e983d5" providerId="LiveId" clId="{CDE089A9-A992-425E-90C6-FC8CBED75005}" dt="2026-10-26T06:50:23.804" v="90" actId="27636"/>
          <ac:spMkLst>
            <pc:docMk/>
            <pc:sldMk cId="0" sldId="660"/>
            <ac:spMk id="2" creationId="{00000000-0000-0000-0000-000000000000}"/>
          </ac:spMkLst>
        </pc:spChg>
      </pc:sldChg>
      <pc:sldChg chg="modSp mod">
        <pc:chgData name="BiLL Chen" userId="57bada66e2e983d5" providerId="LiveId" clId="{CDE089A9-A992-425E-90C6-FC8CBED75005}" dt="2026-10-26T06:50:23.811" v="91" actId="27636"/>
        <pc:sldMkLst>
          <pc:docMk/>
          <pc:sldMk cId="0" sldId="661"/>
        </pc:sldMkLst>
        <pc:spChg chg="mod">
          <ac:chgData name="BiLL Chen" userId="57bada66e2e983d5" providerId="LiveId" clId="{CDE089A9-A992-425E-90C6-FC8CBED75005}" dt="2026-10-26T06:50:23.811" v="91" actId="27636"/>
          <ac:spMkLst>
            <pc:docMk/>
            <pc:sldMk cId="0" sldId="661"/>
            <ac:spMk id="2" creationId="{00000000-0000-0000-0000-000000000000}"/>
          </ac:spMkLst>
        </pc:spChg>
      </pc:sldChg>
      <pc:sldChg chg="modSp mod">
        <pc:chgData name="BiLL Chen" userId="57bada66e2e983d5" providerId="LiveId" clId="{CDE089A9-A992-425E-90C6-FC8CBED75005}" dt="2026-10-26T06:50:23.819" v="92" actId="27636"/>
        <pc:sldMkLst>
          <pc:docMk/>
          <pc:sldMk cId="0" sldId="662"/>
        </pc:sldMkLst>
        <pc:spChg chg="mod">
          <ac:chgData name="BiLL Chen" userId="57bada66e2e983d5" providerId="LiveId" clId="{CDE089A9-A992-425E-90C6-FC8CBED75005}" dt="2026-10-26T06:50:23.819" v="92" actId="27636"/>
          <ac:spMkLst>
            <pc:docMk/>
            <pc:sldMk cId="0" sldId="662"/>
            <ac:spMk id="2" creationId="{00000000-0000-0000-0000-000000000000}"/>
          </ac:spMkLst>
        </pc:spChg>
      </pc:sldChg>
      <pc:sldChg chg="modSp mod">
        <pc:chgData name="BiLL Chen" userId="57bada66e2e983d5" providerId="LiveId" clId="{CDE089A9-A992-425E-90C6-FC8CBED75005}" dt="2026-10-26T06:50:23.827" v="93" actId="27636"/>
        <pc:sldMkLst>
          <pc:docMk/>
          <pc:sldMk cId="0" sldId="663"/>
        </pc:sldMkLst>
        <pc:spChg chg="mod">
          <ac:chgData name="BiLL Chen" userId="57bada66e2e983d5" providerId="LiveId" clId="{CDE089A9-A992-425E-90C6-FC8CBED75005}" dt="2026-10-26T06:50:23.827" v="93" actId="27636"/>
          <ac:spMkLst>
            <pc:docMk/>
            <pc:sldMk cId="0" sldId="663"/>
            <ac:spMk id="2" creationId="{00000000-0000-0000-0000-000000000000}"/>
          </ac:spMkLst>
        </pc:spChg>
      </pc:sldChg>
      <pc:sldChg chg="modSp mod">
        <pc:chgData name="BiLL Chen" userId="57bada66e2e983d5" providerId="LiveId" clId="{CDE089A9-A992-425E-90C6-FC8CBED75005}" dt="2026-10-26T06:50:23.834" v="94" actId="27636"/>
        <pc:sldMkLst>
          <pc:docMk/>
          <pc:sldMk cId="0" sldId="664"/>
        </pc:sldMkLst>
        <pc:spChg chg="mod">
          <ac:chgData name="BiLL Chen" userId="57bada66e2e983d5" providerId="LiveId" clId="{CDE089A9-A992-425E-90C6-FC8CBED75005}" dt="2026-10-26T06:50:23.834" v="94" actId="27636"/>
          <ac:spMkLst>
            <pc:docMk/>
            <pc:sldMk cId="0" sldId="664"/>
            <ac:spMk id="2" creationId="{00000000-0000-0000-0000-000000000000}"/>
          </ac:spMkLst>
        </pc:spChg>
      </pc:sldChg>
      <pc:sldChg chg="modSp mod">
        <pc:chgData name="BiLL Chen" userId="57bada66e2e983d5" providerId="LiveId" clId="{CDE089A9-A992-425E-90C6-FC8CBED75005}" dt="2026-10-26T06:50:23.841" v="95" actId="27636"/>
        <pc:sldMkLst>
          <pc:docMk/>
          <pc:sldMk cId="0" sldId="665"/>
        </pc:sldMkLst>
        <pc:spChg chg="mod">
          <ac:chgData name="BiLL Chen" userId="57bada66e2e983d5" providerId="LiveId" clId="{CDE089A9-A992-425E-90C6-FC8CBED75005}" dt="2026-10-26T06:50:23.841" v="95" actId="27636"/>
          <ac:spMkLst>
            <pc:docMk/>
            <pc:sldMk cId="0" sldId="665"/>
            <ac:spMk id="2" creationId="{00000000-0000-0000-0000-000000000000}"/>
          </ac:spMkLst>
        </pc:spChg>
      </pc:sldChg>
      <pc:sldChg chg="modSp mod">
        <pc:chgData name="BiLL Chen" userId="57bada66e2e983d5" providerId="LiveId" clId="{CDE089A9-A992-425E-90C6-FC8CBED75005}" dt="2026-10-26T06:50:23.846" v="96" actId="27636"/>
        <pc:sldMkLst>
          <pc:docMk/>
          <pc:sldMk cId="0" sldId="666"/>
        </pc:sldMkLst>
        <pc:spChg chg="mod">
          <ac:chgData name="BiLL Chen" userId="57bada66e2e983d5" providerId="LiveId" clId="{CDE089A9-A992-425E-90C6-FC8CBED75005}" dt="2026-10-26T06:50:23.846" v="96" actId="27636"/>
          <ac:spMkLst>
            <pc:docMk/>
            <pc:sldMk cId="0" sldId="666"/>
            <ac:spMk id="2" creationId="{00000000-0000-0000-0000-000000000000}"/>
          </ac:spMkLst>
        </pc:spChg>
      </pc:sldChg>
      <pc:sldChg chg="modSp mod">
        <pc:chgData name="BiLL Chen" userId="57bada66e2e983d5" providerId="LiveId" clId="{CDE089A9-A992-425E-90C6-FC8CBED75005}" dt="2026-10-26T06:50:23.853" v="97" actId="27636"/>
        <pc:sldMkLst>
          <pc:docMk/>
          <pc:sldMk cId="0" sldId="667"/>
        </pc:sldMkLst>
        <pc:spChg chg="mod">
          <ac:chgData name="BiLL Chen" userId="57bada66e2e983d5" providerId="LiveId" clId="{CDE089A9-A992-425E-90C6-FC8CBED75005}" dt="2026-10-26T06:50:23.853" v="97" actId="27636"/>
          <ac:spMkLst>
            <pc:docMk/>
            <pc:sldMk cId="0" sldId="667"/>
            <ac:spMk id="2" creationId="{00000000-0000-0000-0000-000000000000}"/>
          </ac:spMkLst>
        </pc:spChg>
      </pc:sldChg>
      <pc:sldChg chg="modSp mod">
        <pc:chgData name="BiLL Chen" userId="57bada66e2e983d5" providerId="LiveId" clId="{CDE089A9-A992-425E-90C6-FC8CBED75005}" dt="2026-10-26T06:50:23.859" v="98" actId="27636"/>
        <pc:sldMkLst>
          <pc:docMk/>
          <pc:sldMk cId="0" sldId="668"/>
        </pc:sldMkLst>
        <pc:spChg chg="mod">
          <ac:chgData name="BiLL Chen" userId="57bada66e2e983d5" providerId="LiveId" clId="{CDE089A9-A992-425E-90C6-FC8CBED75005}" dt="2026-10-26T06:50:23.859" v="98" actId="27636"/>
          <ac:spMkLst>
            <pc:docMk/>
            <pc:sldMk cId="0" sldId="668"/>
            <ac:spMk id="2" creationId="{00000000-0000-0000-0000-000000000000}"/>
          </ac:spMkLst>
        </pc:spChg>
      </pc:sldChg>
      <pc:sldChg chg="modSp mod">
        <pc:chgData name="BiLL Chen" userId="57bada66e2e983d5" providerId="LiveId" clId="{CDE089A9-A992-425E-90C6-FC8CBED75005}" dt="2026-10-26T06:50:23.866" v="99" actId="27636"/>
        <pc:sldMkLst>
          <pc:docMk/>
          <pc:sldMk cId="0" sldId="669"/>
        </pc:sldMkLst>
        <pc:spChg chg="mod">
          <ac:chgData name="BiLL Chen" userId="57bada66e2e983d5" providerId="LiveId" clId="{CDE089A9-A992-425E-90C6-FC8CBED75005}" dt="2026-10-26T06:50:23.866" v="99" actId="27636"/>
          <ac:spMkLst>
            <pc:docMk/>
            <pc:sldMk cId="0" sldId="669"/>
            <ac:spMk id="2" creationId="{00000000-0000-0000-0000-000000000000}"/>
          </ac:spMkLst>
        </pc:spChg>
      </pc:sldChg>
      <pc:sldChg chg="modSp mod">
        <pc:chgData name="BiLL Chen" userId="57bada66e2e983d5" providerId="LiveId" clId="{CDE089A9-A992-425E-90C6-FC8CBED75005}" dt="2026-10-26T06:50:23.872" v="100" actId="27636"/>
        <pc:sldMkLst>
          <pc:docMk/>
          <pc:sldMk cId="0" sldId="670"/>
        </pc:sldMkLst>
        <pc:spChg chg="mod">
          <ac:chgData name="BiLL Chen" userId="57bada66e2e983d5" providerId="LiveId" clId="{CDE089A9-A992-425E-90C6-FC8CBED75005}" dt="2026-10-26T06:50:23.872" v="100" actId="27636"/>
          <ac:spMkLst>
            <pc:docMk/>
            <pc:sldMk cId="0" sldId="670"/>
            <ac:spMk id="2" creationId="{00000000-0000-0000-0000-000000000000}"/>
          </ac:spMkLst>
        </pc:spChg>
      </pc:sldChg>
      <pc:sldChg chg="modSp mod">
        <pc:chgData name="BiLL Chen" userId="57bada66e2e983d5" providerId="LiveId" clId="{CDE089A9-A992-425E-90C6-FC8CBED75005}" dt="2026-10-26T06:50:23.878" v="101" actId="27636"/>
        <pc:sldMkLst>
          <pc:docMk/>
          <pc:sldMk cId="0" sldId="671"/>
        </pc:sldMkLst>
        <pc:spChg chg="mod">
          <ac:chgData name="BiLL Chen" userId="57bada66e2e983d5" providerId="LiveId" clId="{CDE089A9-A992-425E-90C6-FC8CBED75005}" dt="2026-10-26T06:50:23.878" v="101" actId="27636"/>
          <ac:spMkLst>
            <pc:docMk/>
            <pc:sldMk cId="0" sldId="671"/>
            <ac:spMk id="2" creationId="{00000000-0000-0000-0000-000000000000}"/>
          </ac:spMkLst>
        </pc:spChg>
      </pc:sldChg>
      <pc:sldChg chg="modSp mod">
        <pc:chgData name="BiLL Chen" userId="57bada66e2e983d5" providerId="LiveId" clId="{CDE089A9-A992-425E-90C6-FC8CBED75005}" dt="2026-10-26T06:50:23.885" v="102" actId="27636"/>
        <pc:sldMkLst>
          <pc:docMk/>
          <pc:sldMk cId="0" sldId="672"/>
        </pc:sldMkLst>
        <pc:spChg chg="mod">
          <ac:chgData name="BiLL Chen" userId="57bada66e2e983d5" providerId="LiveId" clId="{CDE089A9-A992-425E-90C6-FC8CBED75005}" dt="2026-10-26T06:50:23.885" v="102" actId="27636"/>
          <ac:spMkLst>
            <pc:docMk/>
            <pc:sldMk cId="0" sldId="672"/>
            <ac:spMk id="2" creationId="{00000000-0000-0000-0000-000000000000}"/>
          </ac:spMkLst>
        </pc:spChg>
      </pc:sldChg>
      <pc:sldChg chg="modSp mod">
        <pc:chgData name="BiLL Chen" userId="57bada66e2e983d5" providerId="LiveId" clId="{CDE089A9-A992-425E-90C6-FC8CBED75005}" dt="2026-10-26T06:50:23.891" v="103" actId="27636"/>
        <pc:sldMkLst>
          <pc:docMk/>
          <pc:sldMk cId="0" sldId="673"/>
        </pc:sldMkLst>
        <pc:spChg chg="mod">
          <ac:chgData name="BiLL Chen" userId="57bada66e2e983d5" providerId="LiveId" clId="{CDE089A9-A992-425E-90C6-FC8CBED75005}" dt="2026-10-26T06:50:23.891" v="103" actId="27636"/>
          <ac:spMkLst>
            <pc:docMk/>
            <pc:sldMk cId="0" sldId="673"/>
            <ac:spMk id="2" creationId="{00000000-0000-0000-0000-000000000000}"/>
          </ac:spMkLst>
        </pc:spChg>
      </pc:sldChg>
      <pc:sldChg chg="modSp mod">
        <pc:chgData name="BiLL Chen" userId="57bada66e2e983d5" providerId="LiveId" clId="{CDE089A9-A992-425E-90C6-FC8CBED75005}" dt="2026-10-26T06:50:23.897" v="104" actId="27636"/>
        <pc:sldMkLst>
          <pc:docMk/>
          <pc:sldMk cId="0" sldId="674"/>
        </pc:sldMkLst>
        <pc:spChg chg="mod">
          <ac:chgData name="BiLL Chen" userId="57bada66e2e983d5" providerId="LiveId" clId="{CDE089A9-A992-425E-90C6-FC8CBED75005}" dt="2026-10-26T06:50:23.897" v="104" actId="27636"/>
          <ac:spMkLst>
            <pc:docMk/>
            <pc:sldMk cId="0" sldId="674"/>
            <ac:spMk id="2" creationId="{00000000-0000-0000-0000-000000000000}"/>
          </ac:spMkLst>
        </pc:spChg>
      </pc:sldChg>
      <pc:sldChg chg="modSp mod">
        <pc:chgData name="BiLL Chen" userId="57bada66e2e983d5" providerId="LiveId" clId="{CDE089A9-A992-425E-90C6-FC8CBED75005}" dt="2026-10-26T06:50:23.909" v="105" actId="27636"/>
        <pc:sldMkLst>
          <pc:docMk/>
          <pc:sldMk cId="0" sldId="675"/>
        </pc:sldMkLst>
        <pc:spChg chg="mod">
          <ac:chgData name="BiLL Chen" userId="57bada66e2e983d5" providerId="LiveId" clId="{CDE089A9-A992-425E-90C6-FC8CBED75005}" dt="2026-10-26T06:50:23.909" v="105" actId="27636"/>
          <ac:spMkLst>
            <pc:docMk/>
            <pc:sldMk cId="0" sldId="675"/>
            <ac:spMk id="2" creationId="{00000000-0000-0000-0000-000000000000}"/>
          </ac:spMkLst>
        </pc:spChg>
      </pc:sldChg>
      <pc:sldChg chg="modSp mod">
        <pc:chgData name="BiLL Chen" userId="57bada66e2e983d5" providerId="LiveId" clId="{CDE089A9-A992-425E-90C6-FC8CBED75005}" dt="2026-10-26T06:50:23.917" v="106" actId="27636"/>
        <pc:sldMkLst>
          <pc:docMk/>
          <pc:sldMk cId="0" sldId="676"/>
        </pc:sldMkLst>
        <pc:spChg chg="mod">
          <ac:chgData name="BiLL Chen" userId="57bada66e2e983d5" providerId="LiveId" clId="{CDE089A9-A992-425E-90C6-FC8CBED75005}" dt="2026-10-26T06:50:23.917" v="106" actId="27636"/>
          <ac:spMkLst>
            <pc:docMk/>
            <pc:sldMk cId="0" sldId="676"/>
            <ac:spMk id="2" creationId="{00000000-0000-0000-0000-000000000000}"/>
          </ac:spMkLst>
        </pc:spChg>
      </pc:sldChg>
      <pc:sldChg chg="modSp mod">
        <pc:chgData name="BiLL Chen" userId="57bada66e2e983d5" providerId="LiveId" clId="{CDE089A9-A992-425E-90C6-FC8CBED75005}" dt="2026-10-26T06:50:23.922" v="107" actId="27636"/>
        <pc:sldMkLst>
          <pc:docMk/>
          <pc:sldMk cId="0" sldId="677"/>
        </pc:sldMkLst>
        <pc:spChg chg="mod">
          <ac:chgData name="BiLL Chen" userId="57bada66e2e983d5" providerId="LiveId" clId="{CDE089A9-A992-425E-90C6-FC8CBED75005}" dt="2026-10-26T06:50:23.922" v="107" actId="27636"/>
          <ac:spMkLst>
            <pc:docMk/>
            <pc:sldMk cId="0" sldId="677"/>
            <ac:spMk id="2" creationId="{00000000-0000-0000-0000-000000000000}"/>
          </ac:spMkLst>
        </pc:spChg>
      </pc:sldChg>
      <pc:sldChg chg="modSp mod">
        <pc:chgData name="BiLL Chen" userId="57bada66e2e983d5" providerId="LiveId" clId="{CDE089A9-A992-425E-90C6-FC8CBED75005}" dt="2026-10-26T06:50:23.929" v="108" actId="27636"/>
        <pc:sldMkLst>
          <pc:docMk/>
          <pc:sldMk cId="0" sldId="678"/>
        </pc:sldMkLst>
        <pc:spChg chg="mod">
          <ac:chgData name="BiLL Chen" userId="57bada66e2e983d5" providerId="LiveId" clId="{CDE089A9-A992-425E-90C6-FC8CBED75005}" dt="2026-10-26T06:50:23.929" v="108" actId="27636"/>
          <ac:spMkLst>
            <pc:docMk/>
            <pc:sldMk cId="0" sldId="678"/>
            <ac:spMk id="2" creationId="{00000000-0000-0000-0000-000000000000}"/>
          </ac:spMkLst>
        </pc:spChg>
      </pc:sldChg>
      <pc:sldChg chg="modSp mod">
        <pc:chgData name="BiLL Chen" userId="57bada66e2e983d5" providerId="LiveId" clId="{CDE089A9-A992-425E-90C6-FC8CBED75005}" dt="2026-10-26T06:50:23.935" v="109" actId="27636"/>
        <pc:sldMkLst>
          <pc:docMk/>
          <pc:sldMk cId="0" sldId="679"/>
        </pc:sldMkLst>
        <pc:spChg chg="mod">
          <ac:chgData name="BiLL Chen" userId="57bada66e2e983d5" providerId="LiveId" clId="{CDE089A9-A992-425E-90C6-FC8CBED75005}" dt="2026-10-26T06:50:23.935" v="109" actId="27636"/>
          <ac:spMkLst>
            <pc:docMk/>
            <pc:sldMk cId="0" sldId="679"/>
            <ac:spMk id="2" creationId="{00000000-0000-0000-0000-000000000000}"/>
          </ac:spMkLst>
        </pc:spChg>
      </pc:sldChg>
      <pc:sldChg chg="modSp mod">
        <pc:chgData name="BiLL Chen" userId="57bada66e2e983d5" providerId="LiveId" clId="{CDE089A9-A992-425E-90C6-FC8CBED75005}" dt="2026-10-26T06:50:23.942" v="110" actId="27636"/>
        <pc:sldMkLst>
          <pc:docMk/>
          <pc:sldMk cId="0" sldId="680"/>
        </pc:sldMkLst>
        <pc:spChg chg="mod">
          <ac:chgData name="BiLL Chen" userId="57bada66e2e983d5" providerId="LiveId" clId="{CDE089A9-A992-425E-90C6-FC8CBED75005}" dt="2026-10-26T06:50:23.942" v="110" actId="27636"/>
          <ac:spMkLst>
            <pc:docMk/>
            <pc:sldMk cId="0" sldId="680"/>
            <ac:spMk id="2" creationId="{00000000-0000-0000-0000-000000000000}"/>
          </ac:spMkLst>
        </pc:spChg>
      </pc:sldChg>
      <pc:sldChg chg="modSp mod">
        <pc:chgData name="BiLL Chen" userId="57bada66e2e983d5" providerId="LiveId" clId="{CDE089A9-A992-425E-90C6-FC8CBED75005}" dt="2026-10-26T06:50:23.948" v="111" actId="27636"/>
        <pc:sldMkLst>
          <pc:docMk/>
          <pc:sldMk cId="0" sldId="681"/>
        </pc:sldMkLst>
        <pc:spChg chg="mod">
          <ac:chgData name="BiLL Chen" userId="57bada66e2e983d5" providerId="LiveId" clId="{CDE089A9-A992-425E-90C6-FC8CBED75005}" dt="2026-10-26T06:50:23.948" v="111" actId="27636"/>
          <ac:spMkLst>
            <pc:docMk/>
            <pc:sldMk cId="0" sldId="681"/>
            <ac:spMk id="2" creationId="{00000000-0000-0000-0000-000000000000}"/>
          </ac:spMkLst>
        </pc:spChg>
      </pc:sldChg>
      <pc:sldChg chg="modSp mod">
        <pc:chgData name="BiLL Chen" userId="57bada66e2e983d5" providerId="LiveId" clId="{CDE089A9-A992-425E-90C6-FC8CBED75005}" dt="2026-10-26T06:50:23.954" v="112" actId="27636"/>
        <pc:sldMkLst>
          <pc:docMk/>
          <pc:sldMk cId="0" sldId="682"/>
        </pc:sldMkLst>
        <pc:spChg chg="mod">
          <ac:chgData name="BiLL Chen" userId="57bada66e2e983d5" providerId="LiveId" clId="{CDE089A9-A992-425E-90C6-FC8CBED75005}" dt="2026-10-26T06:50:23.954" v="112" actId="27636"/>
          <ac:spMkLst>
            <pc:docMk/>
            <pc:sldMk cId="0" sldId="682"/>
            <ac:spMk id="2" creationId="{00000000-0000-0000-0000-000000000000}"/>
          </ac:spMkLst>
        </pc:spChg>
      </pc:sldChg>
      <pc:sldChg chg="modSp mod">
        <pc:chgData name="BiLL Chen" userId="57bada66e2e983d5" providerId="LiveId" clId="{CDE089A9-A992-425E-90C6-FC8CBED75005}" dt="2026-10-26T06:50:23.960" v="113" actId="27636"/>
        <pc:sldMkLst>
          <pc:docMk/>
          <pc:sldMk cId="0" sldId="683"/>
        </pc:sldMkLst>
        <pc:spChg chg="mod">
          <ac:chgData name="BiLL Chen" userId="57bada66e2e983d5" providerId="LiveId" clId="{CDE089A9-A992-425E-90C6-FC8CBED75005}" dt="2026-10-26T06:50:23.960" v="113" actId="27636"/>
          <ac:spMkLst>
            <pc:docMk/>
            <pc:sldMk cId="0" sldId="683"/>
            <ac:spMk id="2" creationId="{00000000-0000-0000-0000-000000000000}"/>
          </ac:spMkLst>
        </pc:spChg>
      </pc:sldChg>
      <pc:sldChg chg="modSp mod">
        <pc:chgData name="BiLL Chen" userId="57bada66e2e983d5" providerId="LiveId" clId="{CDE089A9-A992-425E-90C6-FC8CBED75005}" dt="2026-10-26T06:50:23.967" v="114" actId="27636"/>
        <pc:sldMkLst>
          <pc:docMk/>
          <pc:sldMk cId="0" sldId="684"/>
        </pc:sldMkLst>
        <pc:spChg chg="mod">
          <ac:chgData name="BiLL Chen" userId="57bada66e2e983d5" providerId="LiveId" clId="{CDE089A9-A992-425E-90C6-FC8CBED75005}" dt="2026-10-26T06:50:23.967" v="114" actId="27636"/>
          <ac:spMkLst>
            <pc:docMk/>
            <pc:sldMk cId="0" sldId="684"/>
            <ac:spMk id="2" creationId="{00000000-0000-0000-0000-000000000000}"/>
          </ac:spMkLst>
        </pc:spChg>
      </pc:sldChg>
      <pc:sldChg chg="modSp mod">
        <pc:chgData name="BiLL Chen" userId="57bada66e2e983d5" providerId="LiveId" clId="{CDE089A9-A992-425E-90C6-FC8CBED75005}" dt="2026-10-26T06:50:23.972" v="115" actId="27636"/>
        <pc:sldMkLst>
          <pc:docMk/>
          <pc:sldMk cId="0" sldId="685"/>
        </pc:sldMkLst>
        <pc:spChg chg="mod">
          <ac:chgData name="BiLL Chen" userId="57bada66e2e983d5" providerId="LiveId" clId="{CDE089A9-A992-425E-90C6-FC8CBED75005}" dt="2026-10-26T06:50:23.972" v="115" actId="27636"/>
          <ac:spMkLst>
            <pc:docMk/>
            <pc:sldMk cId="0" sldId="685"/>
            <ac:spMk id="2" creationId="{00000000-0000-0000-0000-000000000000}"/>
          </ac:spMkLst>
        </pc:spChg>
      </pc:sldChg>
      <pc:sldChg chg="modSp mod">
        <pc:chgData name="BiLL Chen" userId="57bada66e2e983d5" providerId="LiveId" clId="{CDE089A9-A992-425E-90C6-FC8CBED75005}" dt="2026-10-26T06:50:23.978" v="116" actId="27636"/>
        <pc:sldMkLst>
          <pc:docMk/>
          <pc:sldMk cId="0" sldId="686"/>
        </pc:sldMkLst>
        <pc:spChg chg="mod">
          <ac:chgData name="BiLL Chen" userId="57bada66e2e983d5" providerId="LiveId" clId="{CDE089A9-A992-425E-90C6-FC8CBED75005}" dt="2026-10-26T06:50:23.978" v="116" actId="27636"/>
          <ac:spMkLst>
            <pc:docMk/>
            <pc:sldMk cId="0" sldId="686"/>
            <ac:spMk id="2" creationId="{00000000-0000-0000-0000-000000000000}"/>
          </ac:spMkLst>
        </pc:spChg>
      </pc:sldChg>
      <pc:sldChg chg="modSp mod">
        <pc:chgData name="BiLL Chen" userId="57bada66e2e983d5" providerId="LiveId" clId="{CDE089A9-A992-425E-90C6-FC8CBED75005}" dt="2026-10-26T06:50:23.983" v="117" actId="27636"/>
        <pc:sldMkLst>
          <pc:docMk/>
          <pc:sldMk cId="0" sldId="687"/>
        </pc:sldMkLst>
        <pc:spChg chg="mod">
          <ac:chgData name="BiLL Chen" userId="57bada66e2e983d5" providerId="LiveId" clId="{CDE089A9-A992-425E-90C6-FC8CBED75005}" dt="2026-10-26T06:50:23.983" v="117" actId="27636"/>
          <ac:spMkLst>
            <pc:docMk/>
            <pc:sldMk cId="0" sldId="687"/>
            <ac:spMk id="2" creationId="{00000000-0000-0000-0000-000000000000}"/>
          </ac:spMkLst>
        </pc:spChg>
      </pc:sldChg>
      <pc:sldChg chg="modSp mod">
        <pc:chgData name="BiLL Chen" userId="57bada66e2e983d5" providerId="LiveId" clId="{CDE089A9-A992-425E-90C6-FC8CBED75005}" dt="2026-10-26T06:50:23.988" v="118" actId="27636"/>
        <pc:sldMkLst>
          <pc:docMk/>
          <pc:sldMk cId="0" sldId="688"/>
        </pc:sldMkLst>
        <pc:spChg chg="mod">
          <ac:chgData name="BiLL Chen" userId="57bada66e2e983d5" providerId="LiveId" clId="{CDE089A9-A992-425E-90C6-FC8CBED75005}" dt="2026-10-26T06:50:23.988" v="118" actId="27636"/>
          <ac:spMkLst>
            <pc:docMk/>
            <pc:sldMk cId="0" sldId="688"/>
            <ac:spMk id="2" creationId="{00000000-0000-0000-0000-000000000000}"/>
          </ac:spMkLst>
        </pc:spChg>
      </pc:sldChg>
      <pc:sldChg chg="modSp mod">
        <pc:chgData name="BiLL Chen" userId="57bada66e2e983d5" providerId="LiveId" clId="{CDE089A9-A992-425E-90C6-FC8CBED75005}" dt="2026-10-26T06:50:23.995" v="119" actId="27636"/>
        <pc:sldMkLst>
          <pc:docMk/>
          <pc:sldMk cId="0" sldId="689"/>
        </pc:sldMkLst>
        <pc:spChg chg="mod">
          <ac:chgData name="BiLL Chen" userId="57bada66e2e983d5" providerId="LiveId" clId="{CDE089A9-A992-425E-90C6-FC8CBED75005}" dt="2026-10-26T06:50:23.995" v="119" actId="27636"/>
          <ac:spMkLst>
            <pc:docMk/>
            <pc:sldMk cId="0" sldId="689"/>
            <ac:spMk id="2" creationId="{00000000-0000-0000-0000-000000000000}"/>
          </ac:spMkLst>
        </pc:spChg>
      </pc:sldChg>
      <pc:sldChg chg="modSp mod">
        <pc:chgData name="BiLL Chen" userId="57bada66e2e983d5" providerId="LiveId" clId="{CDE089A9-A992-425E-90C6-FC8CBED75005}" dt="2026-10-26T06:50:24" v="120" actId="27636"/>
        <pc:sldMkLst>
          <pc:docMk/>
          <pc:sldMk cId="0" sldId="690"/>
        </pc:sldMkLst>
        <pc:spChg chg="mod">
          <ac:chgData name="BiLL Chen" userId="57bada66e2e983d5" providerId="LiveId" clId="{CDE089A9-A992-425E-90C6-FC8CBED75005}" dt="2026-10-26T06:50:24" v="120" actId="27636"/>
          <ac:spMkLst>
            <pc:docMk/>
            <pc:sldMk cId="0" sldId="690"/>
            <ac:spMk id="2" creationId="{00000000-0000-0000-0000-000000000000}"/>
          </ac:spMkLst>
        </pc:spChg>
      </pc:sldChg>
      <pc:sldChg chg="modSp mod">
        <pc:chgData name="BiLL Chen" userId="57bada66e2e983d5" providerId="LiveId" clId="{CDE089A9-A992-425E-90C6-FC8CBED75005}" dt="2026-10-26T06:50:24.007" v="121" actId="27636"/>
        <pc:sldMkLst>
          <pc:docMk/>
          <pc:sldMk cId="0" sldId="691"/>
        </pc:sldMkLst>
        <pc:spChg chg="mod">
          <ac:chgData name="BiLL Chen" userId="57bada66e2e983d5" providerId="LiveId" clId="{CDE089A9-A992-425E-90C6-FC8CBED75005}" dt="2026-10-26T06:50:24.007" v="121" actId="27636"/>
          <ac:spMkLst>
            <pc:docMk/>
            <pc:sldMk cId="0" sldId="691"/>
            <ac:spMk id="2" creationId="{00000000-0000-0000-0000-000000000000}"/>
          </ac:spMkLst>
        </pc:spChg>
      </pc:sldChg>
      <pc:sldChg chg="modSp mod">
        <pc:chgData name="BiLL Chen" userId="57bada66e2e983d5" providerId="LiveId" clId="{CDE089A9-A992-425E-90C6-FC8CBED75005}" dt="2026-10-26T06:50:24.013" v="122" actId="27636"/>
        <pc:sldMkLst>
          <pc:docMk/>
          <pc:sldMk cId="0" sldId="692"/>
        </pc:sldMkLst>
        <pc:spChg chg="mod">
          <ac:chgData name="BiLL Chen" userId="57bada66e2e983d5" providerId="LiveId" clId="{CDE089A9-A992-425E-90C6-FC8CBED75005}" dt="2026-10-26T06:50:24.013" v="122" actId="27636"/>
          <ac:spMkLst>
            <pc:docMk/>
            <pc:sldMk cId="0" sldId="692"/>
            <ac:spMk id="2" creationId="{00000000-0000-0000-0000-000000000000}"/>
          </ac:spMkLst>
        </pc:spChg>
      </pc:sldChg>
      <pc:sldChg chg="modSp mod">
        <pc:chgData name="BiLL Chen" userId="57bada66e2e983d5" providerId="LiveId" clId="{CDE089A9-A992-425E-90C6-FC8CBED75005}" dt="2026-10-26T06:50:24.018" v="123" actId="27636"/>
        <pc:sldMkLst>
          <pc:docMk/>
          <pc:sldMk cId="0" sldId="693"/>
        </pc:sldMkLst>
        <pc:spChg chg="mod">
          <ac:chgData name="BiLL Chen" userId="57bada66e2e983d5" providerId="LiveId" clId="{CDE089A9-A992-425E-90C6-FC8CBED75005}" dt="2026-10-26T06:50:24.018" v="123" actId="27636"/>
          <ac:spMkLst>
            <pc:docMk/>
            <pc:sldMk cId="0" sldId="693"/>
            <ac:spMk id="2" creationId="{00000000-0000-0000-0000-000000000000}"/>
          </ac:spMkLst>
        </pc:spChg>
      </pc:sldChg>
      <pc:sldChg chg="modSp mod">
        <pc:chgData name="BiLL Chen" userId="57bada66e2e983d5" providerId="LiveId" clId="{CDE089A9-A992-425E-90C6-FC8CBED75005}" dt="2026-10-26T06:50:24.025" v="124" actId="27636"/>
        <pc:sldMkLst>
          <pc:docMk/>
          <pc:sldMk cId="0" sldId="694"/>
        </pc:sldMkLst>
        <pc:spChg chg="mod">
          <ac:chgData name="BiLL Chen" userId="57bada66e2e983d5" providerId="LiveId" clId="{CDE089A9-A992-425E-90C6-FC8CBED75005}" dt="2026-10-26T06:50:24.025" v="124" actId="27636"/>
          <ac:spMkLst>
            <pc:docMk/>
            <pc:sldMk cId="0" sldId="694"/>
            <ac:spMk id="2" creationId="{00000000-0000-0000-0000-000000000000}"/>
          </ac:spMkLst>
        </pc:spChg>
      </pc:sldChg>
      <pc:sldChg chg="modSp mod">
        <pc:chgData name="BiLL Chen" userId="57bada66e2e983d5" providerId="LiveId" clId="{CDE089A9-A992-425E-90C6-FC8CBED75005}" dt="2026-10-26T06:50:24.031" v="125" actId="27636"/>
        <pc:sldMkLst>
          <pc:docMk/>
          <pc:sldMk cId="0" sldId="695"/>
        </pc:sldMkLst>
        <pc:spChg chg="mod">
          <ac:chgData name="BiLL Chen" userId="57bada66e2e983d5" providerId="LiveId" clId="{CDE089A9-A992-425E-90C6-FC8CBED75005}" dt="2026-10-26T06:50:24.031" v="125" actId="27636"/>
          <ac:spMkLst>
            <pc:docMk/>
            <pc:sldMk cId="0" sldId="695"/>
            <ac:spMk id="2" creationId="{00000000-0000-0000-0000-000000000000}"/>
          </ac:spMkLst>
        </pc:spChg>
      </pc:sldChg>
      <pc:sldChg chg="modSp mod">
        <pc:chgData name="BiLL Chen" userId="57bada66e2e983d5" providerId="LiveId" clId="{CDE089A9-A992-425E-90C6-FC8CBED75005}" dt="2026-10-26T06:50:24.038" v="126" actId="27636"/>
        <pc:sldMkLst>
          <pc:docMk/>
          <pc:sldMk cId="0" sldId="696"/>
        </pc:sldMkLst>
        <pc:spChg chg="mod">
          <ac:chgData name="BiLL Chen" userId="57bada66e2e983d5" providerId="LiveId" clId="{CDE089A9-A992-425E-90C6-FC8CBED75005}" dt="2026-10-26T06:50:24.038" v="126" actId="27636"/>
          <ac:spMkLst>
            <pc:docMk/>
            <pc:sldMk cId="0" sldId="696"/>
            <ac:spMk id="2" creationId="{00000000-0000-0000-0000-000000000000}"/>
          </ac:spMkLst>
        </pc:spChg>
      </pc:sldChg>
      <pc:sldChg chg="modSp mod">
        <pc:chgData name="BiLL Chen" userId="57bada66e2e983d5" providerId="LiveId" clId="{CDE089A9-A992-425E-90C6-FC8CBED75005}" dt="2026-10-26T06:50:24.045" v="127" actId="27636"/>
        <pc:sldMkLst>
          <pc:docMk/>
          <pc:sldMk cId="0" sldId="697"/>
        </pc:sldMkLst>
        <pc:spChg chg="mod">
          <ac:chgData name="BiLL Chen" userId="57bada66e2e983d5" providerId="LiveId" clId="{CDE089A9-A992-425E-90C6-FC8CBED75005}" dt="2026-10-26T06:50:24.045" v="127" actId="27636"/>
          <ac:spMkLst>
            <pc:docMk/>
            <pc:sldMk cId="0" sldId="697"/>
            <ac:spMk id="2" creationId="{00000000-0000-0000-0000-000000000000}"/>
          </ac:spMkLst>
        </pc:spChg>
      </pc:sldChg>
      <pc:sldChg chg="modSp mod">
        <pc:chgData name="BiLL Chen" userId="57bada66e2e983d5" providerId="LiveId" clId="{CDE089A9-A992-425E-90C6-FC8CBED75005}" dt="2026-10-26T06:50:24.052" v="128" actId="27636"/>
        <pc:sldMkLst>
          <pc:docMk/>
          <pc:sldMk cId="0" sldId="698"/>
        </pc:sldMkLst>
        <pc:spChg chg="mod">
          <ac:chgData name="BiLL Chen" userId="57bada66e2e983d5" providerId="LiveId" clId="{CDE089A9-A992-425E-90C6-FC8CBED75005}" dt="2026-10-26T06:50:24.052" v="128" actId="27636"/>
          <ac:spMkLst>
            <pc:docMk/>
            <pc:sldMk cId="0" sldId="698"/>
            <ac:spMk id="2" creationId="{00000000-0000-0000-0000-000000000000}"/>
          </ac:spMkLst>
        </pc:spChg>
      </pc:sldChg>
      <pc:sldChg chg="modSp mod">
        <pc:chgData name="BiLL Chen" userId="57bada66e2e983d5" providerId="LiveId" clId="{CDE089A9-A992-425E-90C6-FC8CBED75005}" dt="2026-10-26T06:50:24.059" v="129" actId="27636"/>
        <pc:sldMkLst>
          <pc:docMk/>
          <pc:sldMk cId="0" sldId="699"/>
        </pc:sldMkLst>
        <pc:spChg chg="mod">
          <ac:chgData name="BiLL Chen" userId="57bada66e2e983d5" providerId="LiveId" clId="{CDE089A9-A992-425E-90C6-FC8CBED75005}" dt="2026-10-26T06:50:24.059" v="129" actId="27636"/>
          <ac:spMkLst>
            <pc:docMk/>
            <pc:sldMk cId="0" sldId="699"/>
            <ac:spMk id="2" creationId="{00000000-0000-0000-0000-000000000000}"/>
          </ac:spMkLst>
        </pc:spChg>
      </pc:sldChg>
      <pc:sldChg chg="modSp mod">
        <pc:chgData name="BiLL Chen" userId="57bada66e2e983d5" providerId="LiveId" clId="{CDE089A9-A992-425E-90C6-FC8CBED75005}" dt="2026-10-26T06:50:24.065" v="130" actId="27636"/>
        <pc:sldMkLst>
          <pc:docMk/>
          <pc:sldMk cId="0" sldId="700"/>
        </pc:sldMkLst>
        <pc:spChg chg="mod">
          <ac:chgData name="BiLL Chen" userId="57bada66e2e983d5" providerId="LiveId" clId="{CDE089A9-A992-425E-90C6-FC8CBED75005}" dt="2026-10-26T06:50:24.065" v="130" actId="27636"/>
          <ac:spMkLst>
            <pc:docMk/>
            <pc:sldMk cId="0" sldId="700"/>
            <ac:spMk id="2" creationId="{00000000-0000-0000-0000-000000000000}"/>
          </ac:spMkLst>
        </pc:spChg>
      </pc:sldChg>
      <pc:sldChg chg="modSp mod">
        <pc:chgData name="BiLL Chen" userId="57bada66e2e983d5" providerId="LiveId" clId="{CDE089A9-A992-425E-90C6-FC8CBED75005}" dt="2026-10-26T06:50:23.636" v="67" actId="27636"/>
        <pc:sldMkLst>
          <pc:docMk/>
          <pc:sldMk cId="0" sldId="701"/>
        </pc:sldMkLst>
        <pc:spChg chg="mod">
          <ac:chgData name="BiLL Chen" userId="57bada66e2e983d5" providerId="LiveId" clId="{CDE089A9-A992-425E-90C6-FC8CBED75005}" dt="2026-10-26T06:50:23.636" v="67" actId="27636"/>
          <ac:spMkLst>
            <pc:docMk/>
            <pc:sldMk cId="0" sldId="701"/>
            <ac:spMk id="2" creationId="{00000000-0000-0000-0000-000000000000}"/>
          </ac:spMkLst>
        </pc:spChg>
        <pc:spChg chg="mod">
          <ac:chgData name="BiLL Chen" userId="57bada66e2e983d5" providerId="LiveId" clId="{CDE089A9-A992-425E-90C6-FC8CBED75005}" dt="2026-10-26T06:50:21.909" v="0" actId="2711"/>
          <ac:spMkLst>
            <pc:docMk/>
            <pc:sldMk cId="0" sldId="701"/>
            <ac:spMk id="16" creationId="{00000000-0000-0000-0000-000000000000}"/>
          </ac:spMkLst>
        </pc:spChg>
      </pc:sldChg>
      <pc:sldChg chg="modSp mod">
        <pc:chgData name="BiLL Chen" userId="57bada66e2e983d5" providerId="LiveId" clId="{CDE089A9-A992-425E-90C6-FC8CBED75005}" dt="2026-10-26T06:50:23.658" v="68" actId="27636"/>
        <pc:sldMkLst>
          <pc:docMk/>
          <pc:sldMk cId="0" sldId="702"/>
        </pc:sldMkLst>
        <pc:spChg chg="mod">
          <ac:chgData name="BiLL Chen" userId="57bada66e2e983d5" providerId="LiveId" clId="{CDE089A9-A992-425E-90C6-FC8CBED75005}" dt="2026-10-26T06:50:23.658" v="68" actId="27636"/>
          <ac:spMkLst>
            <pc:docMk/>
            <pc:sldMk cId="0" sldId="702"/>
            <ac:spMk id="2" creationId="{00000000-0000-0000-0000-000000000000}"/>
          </ac:spMkLst>
        </pc:spChg>
      </pc:sldChg>
      <pc:sldChg chg="modSp mod">
        <pc:chgData name="BiLL Chen" userId="57bada66e2e983d5" providerId="LiveId" clId="{CDE089A9-A992-425E-90C6-FC8CBED75005}" dt="2026-10-26T06:50:23.663" v="69" actId="27636"/>
        <pc:sldMkLst>
          <pc:docMk/>
          <pc:sldMk cId="0" sldId="703"/>
        </pc:sldMkLst>
        <pc:spChg chg="mod">
          <ac:chgData name="BiLL Chen" userId="57bada66e2e983d5" providerId="LiveId" clId="{CDE089A9-A992-425E-90C6-FC8CBED75005}" dt="2026-10-26T06:50:23.663" v="69" actId="27636"/>
          <ac:spMkLst>
            <pc:docMk/>
            <pc:sldMk cId="0" sldId="703"/>
            <ac:spMk id="2" creationId="{00000000-0000-0000-0000-000000000000}"/>
          </ac:spMkLst>
        </pc:spChg>
      </pc:sldChg>
      <pc:sldChg chg="modSp mod">
        <pc:chgData name="BiLL Chen" userId="57bada66e2e983d5" providerId="LiveId" clId="{CDE089A9-A992-425E-90C6-FC8CBED75005}" dt="2026-10-26T06:50:23.670" v="70" actId="27636"/>
        <pc:sldMkLst>
          <pc:docMk/>
          <pc:sldMk cId="0" sldId="704"/>
        </pc:sldMkLst>
        <pc:spChg chg="mod">
          <ac:chgData name="BiLL Chen" userId="57bada66e2e983d5" providerId="LiveId" clId="{CDE089A9-A992-425E-90C6-FC8CBED75005}" dt="2026-10-26T06:50:23.670" v="70" actId="27636"/>
          <ac:spMkLst>
            <pc:docMk/>
            <pc:sldMk cId="0" sldId="704"/>
            <ac:spMk id="2" creationId="{00000000-0000-0000-0000-000000000000}"/>
          </ac:spMkLst>
        </pc:spChg>
      </pc:sldChg>
      <pc:sldChg chg="modSp mod">
        <pc:chgData name="BiLL Chen" userId="57bada66e2e983d5" providerId="LiveId" clId="{CDE089A9-A992-425E-90C6-FC8CBED75005}" dt="2026-10-26T06:50:23.677" v="71" actId="27636"/>
        <pc:sldMkLst>
          <pc:docMk/>
          <pc:sldMk cId="0" sldId="705"/>
        </pc:sldMkLst>
        <pc:spChg chg="mod">
          <ac:chgData name="BiLL Chen" userId="57bada66e2e983d5" providerId="LiveId" clId="{CDE089A9-A992-425E-90C6-FC8CBED75005}" dt="2026-10-26T06:50:23.677" v="71" actId="27636"/>
          <ac:spMkLst>
            <pc:docMk/>
            <pc:sldMk cId="0" sldId="705"/>
            <ac:spMk id="2" creationId="{00000000-0000-0000-0000-000000000000}"/>
          </ac:spMkLst>
        </pc:spChg>
      </pc:sldChg>
      <pc:sldChg chg="modSp mod">
        <pc:chgData name="BiLL Chen" userId="57bada66e2e983d5" providerId="LiveId" clId="{CDE089A9-A992-425E-90C6-FC8CBED75005}" dt="2026-10-26T06:50:23.682" v="72" actId="27636"/>
        <pc:sldMkLst>
          <pc:docMk/>
          <pc:sldMk cId="0" sldId="706"/>
        </pc:sldMkLst>
        <pc:spChg chg="mod">
          <ac:chgData name="BiLL Chen" userId="57bada66e2e983d5" providerId="LiveId" clId="{CDE089A9-A992-425E-90C6-FC8CBED75005}" dt="2026-10-26T06:50:23.682" v="72" actId="27636"/>
          <ac:spMkLst>
            <pc:docMk/>
            <pc:sldMk cId="0" sldId="706"/>
            <ac:spMk id="2" creationId="{00000000-0000-0000-0000-000000000000}"/>
          </ac:spMkLst>
        </pc:spChg>
      </pc:sldChg>
      <pc:sldChg chg="modSp mod">
        <pc:chgData name="BiLL Chen" userId="57bada66e2e983d5" providerId="LiveId" clId="{CDE089A9-A992-425E-90C6-FC8CBED75005}" dt="2026-10-26T06:50:23.687" v="73" actId="27636"/>
        <pc:sldMkLst>
          <pc:docMk/>
          <pc:sldMk cId="0" sldId="707"/>
        </pc:sldMkLst>
        <pc:spChg chg="mod">
          <ac:chgData name="BiLL Chen" userId="57bada66e2e983d5" providerId="LiveId" clId="{CDE089A9-A992-425E-90C6-FC8CBED75005}" dt="2026-10-26T06:50:23.687" v="73" actId="27636"/>
          <ac:spMkLst>
            <pc:docMk/>
            <pc:sldMk cId="0" sldId="707"/>
            <ac:spMk id="2" creationId="{00000000-0000-0000-0000-000000000000}"/>
          </ac:spMkLst>
        </pc:spChg>
      </pc:sldChg>
      <pc:sldChg chg="modSp mod">
        <pc:chgData name="BiLL Chen" userId="57bada66e2e983d5" providerId="LiveId" clId="{CDE089A9-A992-425E-90C6-FC8CBED75005}" dt="2026-10-26T06:50:23.694" v="74" actId="27636"/>
        <pc:sldMkLst>
          <pc:docMk/>
          <pc:sldMk cId="0" sldId="708"/>
        </pc:sldMkLst>
        <pc:spChg chg="mod">
          <ac:chgData name="BiLL Chen" userId="57bada66e2e983d5" providerId="LiveId" clId="{CDE089A9-A992-425E-90C6-FC8CBED75005}" dt="2026-10-26T06:50:23.694" v="74" actId="27636"/>
          <ac:spMkLst>
            <pc:docMk/>
            <pc:sldMk cId="0" sldId="708"/>
            <ac:spMk id="2" creationId="{00000000-0000-0000-0000-000000000000}"/>
          </ac:spMkLst>
        </pc:spChg>
      </pc:sldChg>
      <pc:sldChg chg="modSp mod">
        <pc:chgData name="BiLL Chen" userId="57bada66e2e983d5" providerId="LiveId" clId="{CDE089A9-A992-425E-90C6-FC8CBED75005}" dt="2026-10-26T06:50:23.698" v="75" actId="27636"/>
        <pc:sldMkLst>
          <pc:docMk/>
          <pc:sldMk cId="0" sldId="709"/>
        </pc:sldMkLst>
        <pc:spChg chg="mod">
          <ac:chgData name="BiLL Chen" userId="57bada66e2e983d5" providerId="LiveId" clId="{CDE089A9-A992-425E-90C6-FC8CBED75005}" dt="2026-10-26T06:50:23.698" v="75" actId="27636"/>
          <ac:spMkLst>
            <pc:docMk/>
            <pc:sldMk cId="0" sldId="709"/>
            <ac:spMk id="2" creationId="{00000000-0000-0000-0000-000000000000}"/>
          </ac:spMkLst>
        </pc:spChg>
      </pc:sldChg>
      <pc:sldChg chg="modSp mod">
        <pc:chgData name="BiLL Chen" userId="57bada66e2e983d5" providerId="LiveId" clId="{CDE089A9-A992-425E-90C6-FC8CBED75005}" dt="2026-10-26T06:50:23.704" v="76" actId="27636"/>
        <pc:sldMkLst>
          <pc:docMk/>
          <pc:sldMk cId="0" sldId="710"/>
        </pc:sldMkLst>
        <pc:spChg chg="mod">
          <ac:chgData name="BiLL Chen" userId="57bada66e2e983d5" providerId="LiveId" clId="{CDE089A9-A992-425E-90C6-FC8CBED75005}" dt="2026-10-26T06:50:23.704" v="76" actId="27636"/>
          <ac:spMkLst>
            <pc:docMk/>
            <pc:sldMk cId="0" sldId="710"/>
            <ac:spMk id="2" creationId="{00000000-0000-0000-0000-000000000000}"/>
          </ac:spMkLst>
        </pc:spChg>
      </pc:sldChg>
      <pc:sldMasterChg chg="del delSldLayout">
        <pc:chgData name="BiLL Chen" userId="57bada66e2e983d5" providerId="LiveId" clId="{CDE089A9-A992-425E-90C6-FC8CBED75005}" dt="2026-10-26T06:50:30.717" v="131"/>
        <pc:sldMasterMkLst>
          <pc:docMk/>
          <pc:sldMasterMk cId="1481176507" sldId="2147483672"/>
        </pc:sldMasterMkLst>
        <pc:sldLayoutChg chg="del">
          <pc:chgData name="BiLL Chen" userId="57bada66e2e983d5" providerId="LiveId" clId="{CDE089A9-A992-425E-90C6-FC8CBED75005}" dt="2026-10-26T06:50:30.717" v="131"/>
          <pc:sldLayoutMkLst>
            <pc:docMk/>
            <pc:sldMasterMk cId="1481176507" sldId="2147483672"/>
            <pc:sldLayoutMk cId="2461184667" sldId="2147483673"/>
          </pc:sldLayoutMkLst>
        </pc:sldLayoutChg>
        <pc:sldLayoutChg chg="del">
          <pc:chgData name="BiLL Chen" userId="57bada66e2e983d5" providerId="LiveId" clId="{CDE089A9-A992-425E-90C6-FC8CBED75005}" dt="2026-10-26T06:50:30.717" v="131"/>
          <pc:sldLayoutMkLst>
            <pc:docMk/>
            <pc:sldMasterMk cId="1481176507" sldId="2147483672"/>
            <pc:sldLayoutMk cId="3820166960" sldId="2147483674"/>
          </pc:sldLayoutMkLst>
        </pc:sldLayoutChg>
      </pc:sldMasterChg>
      <pc:sldMasterChg chg="del delSldLayout">
        <pc:chgData name="BiLL Chen" userId="57bada66e2e983d5" providerId="LiveId" clId="{CDE089A9-A992-425E-90C6-FC8CBED75005}" dt="2026-10-26T06:50:30.717" v="131"/>
        <pc:sldMasterMkLst>
          <pc:docMk/>
          <pc:sldMasterMk cId="4051785210" sldId="2147483675"/>
        </pc:sldMasterMkLst>
        <pc:sldLayoutChg chg="del">
          <pc:chgData name="BiLL Chen" userId="57bada66e2e983d5" providerId="LiveId" clId="{CDE089A9-A992-425E-90C6-FC8CBED75005}" dt="2026-10-26T06:50:30.717" v="131"/>
          <pc:sldLayoutMkLst>
            <pc:docMk/>
            <pc:sldMasterMk cId="4051785210" sldId="2147483675"/>
            <pc:sldLayoutMk cId="4256220647" sldId="2147483676"/>
          </pc:sldLayoutMkLst>
        </pc:sldLayoutChg>
        <pc:sldLayoutChg chg="del">
          <pc:chgData name="BiLL Chen" userId="57bada66e2e983d5" providerId="LiveId" clId="{CDE089A9-A992-425E-90C6-FC8CBED75005}" dt="2026-10-26T06:50:30.717" v="131"/>
          <pc:sldLayoutMkLst>
            <pc:docMk/>
            <pc:sldMasterMk cId="4051785210" sldId="2147483675"/>
            <pc:sldLayoutMk cId="759630918" sldId="2147483677"/>
          </pc:sldLayoutMkLst>
        </pc:sldLayoutChg>
      </pc:sldMasterChg>
      <pc:sldMasterChg chg="del delSldLayout">
        <pc:chgData name="BiLL Chen" userId="57bada66e2e983d5" providerId="LiveId" clId="{CDE089A9-A992-425E-90C6-FC8CBED75005}" dt="2026-10-26T06:50:30.717" v="131"/>
        <pc:sldMasterMkLst>
          <pc:docMk/>
          <pc:sldMasterMk cId="3664539708" sldId="2147483678"/>
        </pc:sldMasterMkLst>
        <pc:sldLayoutChg chg="del">
          <pc:chgData name="BiLL Chen" userId="57bada66e2e983d5" providerId="LiveId" clId="{CDE089A9-A992-425E-90C6-FC8CBED75005}" dt="2026-10-26T06:50:30.717" v="131"/>
          <pc:sldLayoutMkLst>
            <pc:docMk/>
            <pc:sldMasterMk cId="3664539708" sldId="2147483678"/>
            <pc:sldLayoutMk cId="621571" sldId="2147483679"/>
          </pc:sldLayoutMkLst>
        </pc:sldLayoutChg>
        <pc:sldLayoutChg chg="del">
          <pc:chgData name="BiLL Chen" userId="57bada66e2e983d5" providerId="LiveId" clId="{CDE089A9-A992-425E-90C6-FC8CBED75005}" dt="2026-10-26T06:50:30.717" v="131"/>
          <pc:sldLayoutMkLst>
            <pc:docMk/>
            <pc:sldMasterMk cId="3664539708" sldId="2147483678"/>
            <pc:sldLayoutMk cId="3327315822" sldId="2147483680"/>
          </pc:sldLayoutMkLst>
        </pc:sldLayoutChg>
      </pc:sldMasterChg>
      <pc:sldMasterChg chg="del delSldLayout">
        <pc:chgData name="BiLL Chen" userId="57bada66e2e983d5" providerId="LiveId" clId="{CDE089A9-A992-425E-90C6-FC8CBED75005}" dt="2026-10-26T06:50:30.717" v="131"/>
        <pc:sldMasterMkLst>
          <pc:docMk/>
          <pc:sldMasterMk cId="2568277560" sldId="2147483681"/>
        </pc:sldMasterMkLst>
        <pc:sldLayoutChg chg="del">
          <pc:chgData name="BiLL Chen" userId="57bada66e2e983d5" providerId="LiveId" clId="{CDE089A9-A992-425E-90C6-FC8CBED75005}" dt="2026-10-26T06:50:30.717" v="131"/>
          <pc:sldLayoutMkLst>
            <pc:docMk/>
            <pc:sldMasterMk cId="2568277560" sldId="2147483681"/>
            <pc:sldLayoutMk cId="1325414682" sldId="2147483682"/>
          </pc:sldLayoutMkLst>
        </pc:sldLayoutChg>
        <pc:sldLayoutChg chg="del">
          <pc:chgData name="BiLL Chen" userId="57bada66e2e983d5" providerId="LiveId" clId="{CDE089A9-A992-425E-90C6-FC8CBED75005}" dt="2026-10-26T06:50:30.717" v="131"/>
          <pc:sldLayoutMkLst>
            <pc:docMk/>
            <pc:sldMasterMk cId="2568277560" sldId="2147483681"/>
            <pc:sldLayoutMk cId="3045436532" sldId="2147483683"/>
          </pc:sldLayoutMkLst>
        </pc:sldLayoutChg>
      </pc:sldMasterChg>
      <pc:sldMasterChg chg="del delSldLayout">
        <pc:chgData name="BiLL Chen" userId="57bada66e2e983d5" providerId="LiveId" clId="{CDE089A9-A992-425E-90C6-FC8CBED75005}" dt="2026-10-26T06:50:30.717" v="131"/>
        <pc:sldMasterMkLst>
          <pc:docMk/>
          <pc:sldMasterMk cId="2653244387" sldId="2147483687"/>
        </pc:sldMasterMkLst>
        <pc:sldLayoutChg chg="del">
          <pc:chgData name="BiLL Chen" userId="57bada66e2e983d5" providerId="LiveId" clId="{CDE089A9-A992-425E-90C6-FC8CBED75005}" dt="2026-10-26T06:50:30.717" v="131"/>
          <pc:sldLayoutMkLst>
            <pc:docMk/>
            <pc:sldMasterMk cId="2653244387" sldId="2147483687"/>
            <pc:sldLayoutMk cId="929554667" sldId="2147483688"/>
          </pc:sldLayoutMkLst>
        </pc:sldLayoutChg>
        <pc:sldLayoutChg chg="del">
          <pc:chgData name="BiLL Chen" userId="57bada66e2e983d5" providerId="LiveId" clId="{CDE089A9-A992-425E-90C6-FC8CBED75005}" dt="2026-10-26T06:50:30.717" v="131"/>
          <pc:sldLayoutMkLst>
            <pc:docMk/>
            <pc:sldMasterMk cId="2653244387" sldId="2147483687"/>
            <pc:sldLayoutMk cId="2557842276" sldId="2147483689"/>
          </pc:sldLayoutMkLst>
        </pc:sldLayoutChg>
      </pc:sldMasterChg>
      <pc:sldMasterChg chg="del delSldLayout">
        <pc:chgData name="BiLL Chen" userId="57bada66e2e983d5" providerId="LiveId" clId="{CDE089A9-A992-425E-90C6-FC8CBED75005}" dt="2026-10-26T06:50:30.717" v="131"/>
        <pc:sldMasterMkLst>
          <pc:docMk/>
          <pc:sldMasterMk cId="1717455785" sldId="2147483690"/>
        </pc:sldMasterMkLst>
        <pc:sldLayoutChg chg="del">
          <pc:chgData name="BiLL Chen" userId="57bada66e2e983d5" providerId="LiveId" clId="{CDE089A9-A992-425E-90C6-FC8CBED75005}" dt="2026-10-26T06:50:30.717" v="131"/>
          <pc:sldLayoutMkLst>
            <pc:docMk/>
            <pc:sldMasterMk cId="1717455785" sldId="2147483690"/>
            <pc:sldLayoutMk cId="1506595711" sldId="2147483691"/>
          </pc:sldLayoutMkLst>
        </pc:sldLayoutChg>
        <pc:sldLayoutChg chg="del">
          <pc:chgData name="BiLL Chen" userId="57bada66e2e983d5" providerId="LiveId" clId="{CDE089A9-A992-425E-90C6-FC8CBED75005}" dt="2026-10-26T06:50:30.717" v="131"/>
          <pc:sldLayoutMkLst>
            <pc:docMk/>
            <pc:sldMasterMk cId="1717455785" sldId="2147483690"/>
            <pc:sldLayoutMk cId="3442033545" sldId="214748369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14FFDF-8C7F-484A-9ECA-BFEC66AFC08A}" type="datetimeFigureOut">
              <a:rPr lang="zh-TW" altLang="en-US" smtClean="0"/>
              <a:t>2026/10/26</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B41BC3D-B054-4557-891D-05D357EDB4C0}" type="slidenum">
              <a:rPr lang="zh-TW" altLang="en-US" smtClean="0"/>
              <a:t>‹#›</a:t>
            </a:fld>
            <a:endParaRPr lang="zh-TW" altLang="en-US"/>
          </a:p>
        </p:txBody>
      </p:sp>
    </p:spTree>
    <p:extLst>
      <p:ext uri="{BB962C8B-B14F-4D97-AF65-F5344CB8AC3E}">
        <p14:creationId xmlns:p14="http://schemas.microsoft.com/office/powerpoint/2010/main" val="32831057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248F50-F01B-4A85-95BC-B9CA6B20B6D8}" type="datetimeFigureOut">
              <a:rPr lang="zh-TW" altLang="en-US" smtClean="0"/>
              <a:t>2026/10/26</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1565E74-0455-4E46-B99F-B56E1F5955AD}" type="slidenum">
              <a:rPr lang="zh-TW" altLang="en-US" smtClean="0"/>
              <a:t>‹#›</a:t>
            </a:fld>
            <a:endParaRPr lang="zh-TW" altLang="en-US"/>
          </a:p>
        </p:txBody>
      </p:sp>
    </p:spTree>
    <p:extLst>
      <p:ext uri="{BB962C8B-B14F-4D97-AF65-F5344CB8AC3E}">
        <p14:creationId xmlns:p14="http://schemas.microsoft.com/office/powerpoint/2010/main" val="3479067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27408651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1901087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32328488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4067903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10900485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7876971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 Target="../slides/slide1.xml"/><Relationship Id="rId5" Type="http://schemas.openxmlformats.org/officeDocument/2006/relationships/tags" Target="../tags/tag2.xml"/><Relationship Id="rId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openxmlformats.org/officeDocument/2006/relationships/image" Target="../media/image1.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 Target="../slides/slide1.xml"/><Relationship Id="rId5" Type="http://schemas.openxmlformats.org/officeDocument/2006/relationships/tags" Target="../tags/tag6.xml"/><Relationship Id="rId4" Type="http://schemas.openxmlformats.org/officeDocument/2006/relationships/tags" Target="../tags/tag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7" Type="http://schemas.openxmlformats.org/officeDocument/2006/relationships/image" Target="../media/image1.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 Target="../slides/slide1.xml"/><Relationship Id="rId5" Type="http://schemas.openxmlformats.org/officeDocument/2006/relationships/tags" Target="../tags/tag10.xml"/><Relationship Id="rId4" Type="http://schemas.openxmlformats.org/officeDocument/2006/relationships/tags" Target="../tags/tag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hlinkClick r:id="rId6" action="ppaction://hlinksldjump"/>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hlinkClick r:id="rId6" action="ppaction://hlinksldjump"/>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6359753"/>
      </p:ext>
    </p:extLst>
  </p:cSld>
  <p:clrMap bg1="lt1" tx1="dk1" bg2="lt2" tx2="dk2" accent1="accent1" accent2="accent2" accent3="accent3" accent4="accent4" accent5="accent5" accent6="accent6" hlink="hlink" folHlink="folHlink"/>
  <p:sldLayoutIdLst>
    <p:sldLayoutId id="2147483694" r:id="rId1"/>
    <p:sldLayoutId id="2147483695"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hlinkClick r:id="rId6" action="ppaction://hlinksldjump"/>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2-4</a:t>
            </a:r>
            <a:endParaRPr lang="zh-TW" altLang="en-US" b="1" dirty="0">
              <a:solidFill>
                <a:srgbClr val="FFFFFF"/>
              </a:solidFill>
              <a:latin typeface="Arial" panose="020B0604020202020204" pitchFamily="34" charset="0"/>
              <a:cs typeface="Arial" panose="020B0604020202020204" pitchFamily="34" charset="0"/>
            </a:endParaRPr>
          </a:p>
        </p:txBody>
      </p:sp>
      <p:sp>
        <p:nvSpPr>
          <p:cNvPr id="17" name="矩形: 圓角 6" descr="Right-1">
            <a:hlinkClick r:id="rId6" action="ppaction://hlinksldjump"/>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7478681"/>
      </p:ext>
    </p:extLst>
  </p:cSld>
  <p:clrMap bg1="lt1" tx1="dk1" bg2="lt2" tx2="dk2" accent1="accent1" accent2="accent2" accent3="accent3" accent4="accent4" accent5="accent5" accent6="accent6" hlink="hlink" folHlink="folHlink"/>
  <p:sldLayoutIdLst>
    <p:sldLayoutId id="2147483685" r:id="rId1"/>
    <p:sldLayoutId id="2147483686"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hlinkClick r:id="rId6" action="ppaction://hlinksldjump"/>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hlinkClick r:id="rId6" action="ppaction://hlinksldjump"/>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2-8</a:t>
            </a:r>
            <a:endParaRPr lang="zh-TW" altLang="en-US" b="1" dirty="0">
              <a:solidFill>
                <a:srgbClr val="FFFFFF"/>
              </a:solidFill>
              <a:latin typeface="Arial" panose="020B0604020202020204" pitchFamily="34" charset="0"/>
              <a:cs typeface="Arial" panose="020B0604020202020204" pitchFamily="34" charset="0"/>
            </a:endParaRPr>
          </a:p>
        </p:txBody>
      </p:sp>
      <p:sp>
        <p:nvSpPr>
          <p:cNvPr id="25"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9550606"/>
      </p:ext>
    </p:extLst>
  </p:cSld>
  <p:clrMap bg1="lt1" tx1="dk1" bg2="lt2" tx2="dk2" accent1="accent1" accent2="accent2" accent3="accent3" accent4="accent4" accent5="accent5" accent6="accent6" hlink="hlink" folHlink="folHlink"/>
  <p:sldLayoutIdLst>
    <p:sldLayoutId id="2147483667" r:id="rId1"/>
    <p:sldLayoutId id="2147483668"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fx_slide95_2.png"/><Relationship Id="rId2" Type="http://schemas.openxmlformats.org/officeDocument/2006/relationships/image" Target="../media/fx_slide95_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fx_slide96_2.png"/><Relationship Id="rId2" Type="http://schemas.openxmlformats.org/officeDocument/2006/relationships/image" Target="../media/fx_slide96_1.png"/><Relationship Id="rId1" Type="http://schemas.openxmlformats.org/officeDocument/2006/relationships/slideLayout" Target="../slideLayouts/slideLayout5.xml"/><Relationship Id="rId4" Type="http://schemas.openxmlformats.org/officeDocument/2006/relationships/image" Target="../media/fx_slide96_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fx_slide98_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fx_slide99_2.png"/><Relationship Id="rId2" Type="http://schemas.openxmlformats.org/officeDocument/2006/relationships/image" Target="../media/fx_slide99_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fx_slide103_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fx_slide104_2.png"/><Relationship Id="rId2" Type="http://schemas.openxmlformats.org/officeDocument/2006/relationships/image" Target="../media/fx_slide104_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fx_slide106_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fx_slide127_1.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fx_slide129_2.png"/><Relationship Id="rId2" Type="http://schemas.openxmlformats.org/officeDocument/2006/relationships/image" Target="../media/fx_slide129_1.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fx_slide134_1.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fx_slide143_1.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第 1、2 章　例題總複習（範圍至例題 2-17）</a:t>
            </a:r>
          </a:p>
        </p:txBody>
      </p:sp>
      <p:sp>
        <p:nvSpPr>
          <p:cNvPr id="11" name="T11"/>
          <p:cNvSpPr txBox="1"/>
          <p:nvPr/>
        </p:nvSpPr>
        <p:spPr>
          <a:xfrm>
            <a:off x="320040" y="868680"/>
            <a:ext cx="84582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全華《動力學》第 1、2 章例題</a:t>
            </a:r>
            <a:endParaRPr lang="zh-TW" sz="2400"/>
          </a:p>
        </p:txBody>
      </p:sp>
      <p:sp>
        <p:nvSpPr>
          <p:cNvPr id="12" name="T12"/>
          <p:cNvSpPr txBox="1"/>
          <p:nvPr/>
        </p:nvSpPr>
        <p:spPr>
          <a:xfrm>
            <a:off x="548640" y="1417320"/>
            <a:ext cx="3931920" cy="54864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第 1 章 向量</a:t>
            </a:r>
            <a:endParaRPr lang="zh-TW" sz="2400"/>
          </a:p>
        </p:txBody>
      </p:sp>
      <p:sp>
        <p:nvSpPr>
          <p:cNvPr id="13" name="T13"/>
          <p:cNvSpPr txBox="1"/>
          <p:nvPr/>
        </p:nvSpPr>
        <p:spPr>
          <a:xfrm>
            <a:off x="4617720" y="1417320"/>
            <a:ext cx="4160520" cy="548640"/>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例題 1-4、1-7～1-10</a:t>
            </a:r>
            <a:endParaRPr lang="zh-TW" sz="2400"/>
          </a:p>
        </p:txBody>
      </p:sp>
      <p:sp>
        <p:nvSpPr>
          <p:cNvPr id="14" name="T14"/>
          <p:cNvSpPr txBox="1"/>
          <p:nvPr/>
        </p:nvSpPr>
        <p:spPr>
          <a:xfrm>
            <a:off x="548640" y="2039112"/>
            <a:ext cx="3931920" cy="548640"/>
          </a:xfrm>
          <a:prstGeom prst="roundRect">
            <a:avLst/>
          </a:prstGeom>
          <a:solidFill>
            <a:srgbClr val="2E86AB"/>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2-1、2-2 直線運動</a:t>
            </a:r>
            <a:endParaRPr lang="zh-TW" sz="2400"/>
          </a:p>
        </p:txBody>
      </p:sp>
      <p:sp>
        <p:nvSpPr>
          <p:cNvPr id="15" name="T15"/>
          <p:cNvSpPr txBox="1"/>
          <p:nvPr/>
        </p:nvSpPr>
        <p:spPr>
          <a:xfrm>
            <a:off x="4617720" y="2039112"/>
            <a:ext cx="4160520" cy="548640"/>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例題 2-1～2-6</a:t>
            </a:r>
            <a:endParaRPr lang="zh-TW" sz="2400"/>
          </a:p>
        </p:txBody>
      </p:sp>
      <p:sp>
        <p:nvSpPr>
          <p:cNvPr id="16" name="T16"/>
          <p:cNvSpPr txBox="1"/>
          <p:nvPr/>
        </p:nvSpPr>
        <p:spPr>
          <a:xfrm>
            <a:off x="548640" y="2660904"/>
            <a:ext cx="3931920" cy="548640"/>
          </a:xfrm>
          <a:prstGeom prst="roundRect">
            <a:avLst/>
          </a:prstGeom>
          <a:solidFill>
            <a:srgbClr val="E8871E"/>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2-4～2-6 曲線運動</a:t>
            </a:r>
            <a:endParaRPr lang="zh-TW" sz="2400"/>
          </a:p>
        </p:txBody>
      </p:sp>
      <p:sp>
        <p:nvSpPr>
          <p:cNvPr id="17" name="T17"/>
          <p:cNvSpPr txBox="1"/>
          <p:nvPr/>
        </p:nvSpPr>
        <p:spPr>
          <a:xfrm>
            <a:off x="4617720" y="2660904"/>
            <a:ext cx="4160520" cy="548640"/>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例題 2-11～2-16</a:t>
            </a:r>
            <a:endParaRPr lang="zh-TW" sz="2400"/>
          </a:p>
        </p:txBody>
      </p:sp>
      <p:sp>
        <p:nvSpPr>
          <p:cNvPr id="18" name="T18"/>
          <p:cNvSpPr txBox="1"/>
          <p:nvPr/>
        </p:nvSpPr>
        <p:spPr>
          <a:xfrm>
            <a:off x="548640" y="3282696"/>
            <a:ext cx="3931920" cy="548640"/>
          </a:xfrm>
          <a:prstGeom prst="roundRect">
            <a:avLst/>
          </a:prstGeom>
          <a:solidFill>
            <a:srgbClr val="D6006F"/>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2-7 極座標</a:t>
            </a:r>
            <a:endParaRPr lang="zh-TW" sz="2400"/>
          </a:p>
        </p:txBody>
      </p:sp>
      <p:sp>
        <p:nvSpPr>
          <p:cNvPr id="19" name="T19"/>
          <p:cNvSpPr txBox="1"/>
          <p:nvPr/>
        </p:nvSpPr>
        <p:spPr>
          <a:xfrm>
            <a:off x="4617720" y="3282696"/>
            <a:ext cx="4160520" cy="548640"/>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例題 2-17</a:t>
            </a:r>
            <a:endParaRPr lang="zh-TW" sz="2400"/>
          </a:p>
        </p:txBody>
      </p:sp>
      <p:sp>
        <p:nvSpPr>
          <p:cNvPr id="20" name="T20"/>
          <p:cNvSpPr txBox="1"/>
          <p:nvPr/>
        </p:nvSpPr>
        <p:spPr>
          <a:xfrm>
            <a:off x="320040" y="3931920"/>
            <a:ext cx="8458200" cy="8686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共 18 題（第 1 章 5 題、第 2 章 13 題）。不含動滑輪例題 2-7～2-10。</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標籤說明與共同約定</a:t>
            </a:r>
          </a:p>
        </p:txBody>
      </p:sp>
      <p:sp>
        <p:nvSpPr>
          <p:cNvPr id="11" name="T11"/>
          <p:cNvSpPr txBox="1"/>
          <p:nvPr/>
        </p:nvSpPr>
        <p:spPr>
          <a:xfrm>
            <a:off x="320040" y="868680"/>
            <a:ext cx="3291840" cy="54864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2" name="T12"/>
          <p:cNvSpPr txBox="1"/>
          <p:nvPr/>
        </p:nvSpPr>
        <p:spPr>
          <a:xfrm>
            <a:off x="3703320" y="868680"/>
            <a:ext cx="5074920" cy="54864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題目依全華課本例題</a:t>
            </a:r>
            <a:endParaRPr lang="zh-TW" sz="2400"/>
          </a:p>
        </p:txBody>
      </p:sp>
      <p:sp>
        <p:nvSpPr>
          <p:cNvPr id="15" name="T15"/>
          <p:cNvSpPr txBox="1"/>
          <p:nvPr/>
        </p:nvSpPr>
        <p:spPr>
          <a:xfrm>
            <a:off x="320040" y="1490472"/>
            <a:ext cx="3291840" cy="548640"/>
          </a:xfrm>
          <a:prstGeom prst="roundRect">
            <a:avLst/>
          </a:prstGeom>
          <a:solidFill>
            <a:srgbClr val="C0392B"/>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校註</a:t>
            </a:r>
            <a:endParaRPr lang="zh-TW" sz="2400"/>
          </a:p>
        </p:txBody>
      </p:sp>
      <p:sp>
        <p:nvSpPr>
          <p:cNvPr id="16" name="T16"/>
          <p:cNvSpPr txBox="1"/>
          <p:nvPr/>
        </p:nvSpPr>
        <p:spPr>
          <a:xfrm>
            <a:off x="3703320" y="1490472"/>
            <a:ext cx="5074920" cy="54864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紅框：原題或原投影片的問題</a:t>
            </a:r>
            <a:endParaRPr lang="zh-TW" sz="2400"/>
          </a:p>
        </p:txBody>
      </p:sp>
      <p:sp>
        <p:nvSpPr>
          <p:cNvPr id="17" name="T17"/>
          <p:cNvSpPr txBox="1"/>
          <p:nvPr/>
        </p:nvSpPr>
        <p:spPr>
          <a:xfrm>
            <a:off x="320040" y="2112264"/>
            <a:ext cx="84582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計算保留未捨入原值；頁面上截短的小數一律寫 ≈</a:t>
            </a:r>
            <a:endParaRPr lang="zh-TW" sz="2400"/>
          </a:p>
        </p:txBody>
      </p:sp>
      <p:sp>
        <p:nvSpPr>
          <p:cNvPr id="18" name="T18"/>
          <p:cNvSpPr txBox="1"/>
          <p:nvPr/>
        </p:nvSpPr>
        <p:spPr>
          <a:xfrm>
            <a:off x="320040" y="2569464"/>
            <a:ext cx="8458200" cy="877824"/>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g：例題 2-2、2-16 用 9.81；例題 2-15 用 9.8（依課本解答）</a:t>
            </a:r>
            <a:endParaRPr lang="zh-TW" sz="2400"/>
          </a:p>
        </p:txBody>
      </p:sp>
      <p:sp>
        <p:nvSpPr>
          <p:cNvPr id="19" name="T19"/>
          <p:cNvSpPr txBox="1"/>
          <p:nvPr/>
        </p:nvSpPr>
        <p:spPr>
          <a:xfrm>
            <a:off x="320040" y="3447288"/>
            <a:ext cx="84582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拋射、落體皆忽略空氣阻力，g 視為常數</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animBg="1"/>
      <p:bldP spid="16" grpId="0" animBg="1"/>
      <p:bldP spid="17" grpId="0" animBg="1"/>
      <p:bldP spid="18"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第 1 章　向量</a:t>
            </a:r>
          </a:p>
        </p:txBody>
      </p:sp>
      <p:sp>
        <p:nvSpPr>
          <p:cNvPr id="11" name="T11"/>
          <p:cNvSpPr txBox="1"/>
          <p:nvPr/>
        </p:nvSpPr>
        <p:spPr>
          <a:xfrm>
            <a:off x="320040" y="868680"/>
            <a:ext cx="84582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例題 1-4、1-7～1-10，共 5 題</a:t>
            </a:r>
            <a:endParaRPr lang="zh-TW" sz="2400"/>
          </a:p>
        </p:txBody>
      </p:sp>
      <p:sp>
        <p:nvSpPr>
          <p:cNvPr id="12" name="T12"/>
          <p:cNvSpPr txBox="1"/>
          <p:nvPr/>
        </p:nvSpPr>
        <p:spPr>
          <a:xfrm>
            <a:off x="548640" y="1463040"/>
            <a:ext cx="310896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例題 1-4</a:t>
            </a:r>
            <a:endParaRPr lang="zh-TW" sz="2400"/>
          </a:p>
        </p:txBody>
      </p:sp>
      <p:sp>
        <p:nvSpPr>
          <p:cNvPr id="13" name="T13"/>
          <p:cNvSpPr txBox="1"/>
          <p:nvPr/>
        </p:nvSpPr>
        <p:spPr>
          <a:xfrm>
            <a:off x="3794760" y="1463040"/>
            <a:ext cx="498348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兩力的合成：餘弦、正弦定理</a:t>
            </a:r>
            <a:endParaRPr lang="zh-TW" sz="2400"/>
          </a:p>
        </p:txBody>
      </p:sp>
      <p:sp>
        <p:nvSpPr>
          <p:cNvPr id="14" name="T14"/>
          <p:cNvSpPr txBox="1"/>
          <p:nvPr/>
        </p:nvSpPr>
        <p:spPr>
          <a:xfrm>
            <a:off x="548640" y="1975104"/>
            <a:ext cx="310896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例題 1-7</a:t>
            </a:r>
            <a:endParaRPr lang="zh-TW" sz="2400"/>
          </a:p>
        </p:txBody>
      </p:sp>
      <p:sp>
        <p:nvSpPr>
          <p:cNvPr id="15" name="T15"/>
          <p:cNvSpPr txBox="1"/>
          <p:nvPr/>
        </p:nvSpPr>
        <p:spPr>
          <a:xfrm>
            <a:off x="3794760" y="1975104"/>
            <a:ext cx="498348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內積與夾角</a:t>
            </a:r>
            <a:endParaRPr lang="zh-TW" sz="2400"/>
          </a:p>
        </p:txBody>
      </p:sp>
      <p:sp>
        <p:nvSpPr>
          <p:cNvPr id="16" name="T16"/>
          <p:cNvSpPr txBox="1"/>
          <p:nvPr/>
        </p:nvSpPr>
        <p:spPr>
          <a:xfrm>
            <a:off x="548640" y="2487168"/>
            <a:ext cx="310896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例題 1-8</a:t>
            </a:r>
            <a:endParaRPr lang="zh-TW" sz="2400"/>
          </a:p>
        </p:txBody>
      </p:sp>
      <p:sp>
        <p:nvSpPr>
          <p:cNvPr id="17" name="T17"/>
          <p:cNvSpPr txBox="1"/>
          <p:nvPr/>
        </p:nvSpPr>
        <p:spPr>
          <a:xfrm>
            <a:off x="3794760" y="2487168"/>
            <a:ext cx="498348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由方向角求分量</a:t>
            </a:r>
            <a:endParaRPr lang="zh-TW" sz="2400"/>
          </a:p>
        </p:txBody>
      </p:sp>
      <p:sp>
        <p:nvSpPr>
          <p:cNvPr id="18" name="T18"/>
          <p:cNvSpPr txBox="1"/>
          <p:nvPr/>
        </p:nvSpPr>
        <p:spPr>
          <a:xfrm>
            <a:off x="548640" y="2999232"/>
            <a:ext cx="310896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例題 1-9</a:t>
            </a:r>
            <a:endParaRPr lang="zh-TW" sz="2400"/>
          </a:p>
        </p:txBody>
      </p:sp>
      <p:sp>
        <p:nvSpPr>
          <p:cNvPr id="19" name="T19"/>
          <p:cNvSpPr txBox="1"/>
          <p:nvPr/>
        </p:nvSpPr>
        <p:spPr>
          <a:xfrm>
            <a:off x="3794760" y="2999232"/>
            <a:ext cx="498348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由分量求大小與方向</a:t>
            </a:r>
            <a:endParaRPr lang="zh-TW" sz="2400"/>
          </a:p>
        </p:txBody>
      </p:sp>
      <p:sp>
        <p:nvSpPr>
          <p:cNvPr id="20" name="T20"/>
          <p:cNvSpPr txBox="1"/>
          <p:nvPr/>
        </p:nvSpPr>
        <p:spPr>
          <a:xfrm>
            <a:off x="548640" y="3511296"/>
            <a:ext cx="310896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例題 1-10</a:t>
            </a:r>
            <a:endParaRPr lang="zh-TW" sz="2400"/>
          </a:p>
        </p:txBody>
      </p:sp>
      <p:sp>
        <p:nvSpPr>
          <p:cNvPr id="21" name="T21"/>
          <p:cNvSpPr txBox="1"/>
          <p:nvPr/>
        </p:nvSpPr>
        <p:spPr>
          <a:xfrm>
            <a:off x="3794760" y="3511296"/>
            <a:ext cx="498348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由方向向量求分量</a:t>
            </a:r>
            <a:endParaRPr lang="zh-TW"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1-4　題目與思考重點</a:t>
            </a:r>
          </a:p>
        </p:txBody>
      </p:sp>
      <p:sp>
        <p:nvSpPr>
          <p:cNvPr id="11" name="T11"/>
          <p:cNvSpPr txBox="1"/>
          <p:nvPr/>
        </p:nvSpPr>
        <p:spPr>
          <a:xfrm>
            <a:off x="320040" y="868680"/>
            <a:ext cx="5120640" cy="1371600"/>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物體受 F₁、F₂ 作用，F₁ = 2F₂，</a:t>
            </a:r>
            <a:endParaRPr lang="zh-TW" sz="2400"/>
          </a:p>
          <a:p>
            <a:pPr algn="l">
              <a:lnSpc>
                <a:spcPct val="100000"/>
              </a:lnSpc>
              <a:buNone/>
            </a:pPr>
            <a:r>
              <a:rPr lang="zh-TW" altLang="en-US" sz="2400" b="0" dirty="0">
                <a:solidFill>
                  <a:srgbClr val="2B3050"/>
                </a:solidFill>
                <a:latin typeface="Calibri"/>
                <a:ea typeface="微軟正黑體"/>
                <a:cs typeface="Calibri"/>
              </a:rPr>
              <a:t>兩力夾角 60°，合力 F = 100 N。</a:t>
            </a:r>
            <a:endParaRPr lang="zh-TW" sz="2400"/>
          </a:p>
          <a:p>
            <a:pPr algn="l">
              <a:lnSpc>
                <a:spcPct val="100000"/>
              </a:lnSpc>
              <a:buNone/>
            </a:pPr>
            <a:r>
              <a:rPr lang="zh-TW" altLang="en-US" sz="2400" b="0" dirty="0">
                <a:solidFill>
                  <a:srgbClr val="2B3050"/>
                </a:solidFill>
                <a:latin typeface="Calibri"/>
                <a:ea typeface="微軟正黑體"/>
                <a:cs typeface="Calibri"/>
              </a:rPr>
              <a:t>求兩力大小與相關夾角。</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1-2 向量的加法</a:t>
            </a:r>
            <a:endParaRPr lang="zh-TW" sz="2400"/>
          </a:p>
        </p:txBody>
      </p:sp>
      <p:sp>
        <p:nvSpPr>
          <p:cNvPr id="13" name="T13"/>
          <p:cNvSpPr txBox="1"/>
          <p:nvPr/>
        </p:nvSpPr>
        <p:spPr>
          <a:xfrm>
            <a:off x="320040" y="2350008"/>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3429000" y="2350008"/>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2807208"/>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γ：F₁、F₂ 接點的內角</a:t>
            </a:r>
            <a:endParaRPr lang="zh-TW" sz="2400"/>
          </a:p>
        </p:txBody>
      </p:sp>
      <p:sp>
        <p:nvSpPr>
          <p:cNvPr id="16" name="T16"/>
          <p:cNvSpPr txBox="1"/>
          <p:nvPr/>
        </p:nvSpPr>
        <p:spPr>
          <a:xfrm>
            <a:off x="502920" y="3246120"/>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β：F 與 F₁ 夾角</a:t>
            </a:r>
            <a:endParaRPr lang="zh-TW" sz="2400"/>
          </a:p>
        </p:txBody>
      </p:sp>
      <p:sp>
        <p:nvSpPr>
          <p:cNvPr id="17" name="T17"/>
          <p:cNvSpPr txBox="1"/>
          <p:nvPr/>
        </p:nvSpPr>
        <p:spPr>
          <a:xfrm>
            <a:off x="502920" y="3685032"/>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α：F 與 F₂ 夾角</a:t>
            </a:r>
            <a:endParaRPr lang="zh-TW" sz="2400"/>
          </a:p>
        </p:txBody>
      </p:sp>
      <p:sp>
        <p:nvSpPr>
          <p:cNvPr id="18" name="T18"/>
          <p:cNvSpPr txBox="1"/>
          <p:nvPr/>
        </p:nvSpPr>
        <p:spPr>
          <a:xfrm>
            <a:off x="502920" y="4123944"/>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先餘弦、再正弦定理</a:t>
            </a:r>
            <a:endParaRPr lang="zh-TW" sz="2400"/>
          </a:p>
        </p:txBody>
      </p:sp>
      <p:cxnSp>
        <p:nvCxnSpPr>
          <p:cNvPr id="19" name="L19"/>
          <p:cNvCxnSpPr/>
          <p:nvPr/>
        </p:nvCxnSpPr>
        <p:spPr>
          <a:xfrm>
            <a:off x="5715000" y="3154680"/>
            <a:ext cx="1874520" cy="0"/>
          </a:xfrm>
          <a:prstGeom prst="line">
            <a:avLst/>
          </a:prstGeom>
          <a:ln w="31750">
            <a:solidFill>
              <a:srgbClr val="1F8899"/>
            </a:solidFill>
            <a:tailEnd type="triangle" w="med" len="med"/>
          </a:ln>
        </p:spPr>
      </p:cxnSp>
      <p:cxnSp>
        <p:nvCxnSpPr>
          <p:cNvPr id="20" name="L20"/>
          <p:cNvCxnSpPr/>
          <p:nvPr/>
        </p:nvCxnSpPr>
        <p:spPr>
          <a:xfrm flipV="1">
            <a:off x="7589520" y="2346948"/>
            <a:ext cx="466344" cy="807732"/>
          </a:xfrm>
          <a:prstGeom prst="line">
            <a:avLst/>
          </a:prstGeom>
          <a:ln w="31750">
            <a:solidFill>
              <a:srgbClr val="E8871E"/>
            </a:solidFill>
            <a:tailEnd type="triangle" w="med" len="med"/>
          </a:ln>
        </p:spPr>
      </p:cxnSp>
      <p:cxnSp>
        <p:nvCxnSpPr>
          <p:cNvPr id="21" name="L21"/>
          <p:cNvCxnSpPr/>
          <p:nvPr/>
        </p:nvCxnSpPr>
        <p:spPr>
          <a:xfrm flipV="1">
            <a:off x="5715000" y="2346948"/>
            <a:ext cx="2340864" cy="807732"/>
          </a:xfrm>
          <a:prstGeom prst="line">
            <a:avLst/>
          </a:prstGeom>
          <a:ln w="38100">
            <a:solidFill>
              <a:srgbClr val="D6006F"/>
            </a:solidFill>
            <a:tailEnd type="triangle" w="med" len="med"/>
          </a:ln>
        </p:spPr>
      </p:cxnSp>
      <p:cxnSp>
        <p:nvCxnSpPr>
          <p:cNvPr id="22" name="L22"/>
          <p:cNvCxnSpPr/>
          <p:nvPr/>
        </p:nvCxnSpPr>
        <p:spPr>
          <a:xfrm>
            <a:off x="7589520" y="3154680"/>
            <a:ext cx="548640" cy="0"/>
          </a:xfrm>
          <a:prstGeom prst="line">
            <a:avLst/>
          </a:prstGeom>
          <a:ln w="12700">
            <a:solidFill>
              <a:srgbClr val="8A8F9C"/>
            </a:solidFill>
            <a:prstDash val="dash"/>
          </a:ln>
        </p:spPr>
      </p:cxnSp>
      <mc:AlternateContent xmlns:mc="http://schemas.openxmlformats.org/markup-compatibility/2006" xmlns:a14="http://schemas.microsoft.com/office/drawing/2010/main">
        <mc:Choice Requires="a14">
          <p:sp>
            <p:nvSpPr>
              <p:cNvPr id="23" name="T23"/>
              <p:cNvSpPr txBox="1"/>
              <p:nvPr/>
            </p:nvSpPr>
            <p:spPr>
              <a:xfrm>
                <a:off x="6423660" y="3172968"/>
                <a:ext cx="548640" cy="411480"/>
              </a:xfrm>
              <a:prstGeom prst="rect">
                <a:avLst/>
              </a:prstGeom>
              <a:noFill/>
              <a:ln>
                <a:noFill/>
              </a:ln>
            </p:spPr>
            <p:txBody>
              <a:bodyPr wrap="non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𝐹</m:t>
                          </m:r>
                        </m:e>
                        <m:sub>
                          <m:r>
                            <a:rPr lang="en-US" altLang="zh-TW" sz="2400" b="0" i="0">
                              <a:solidFill>
                                <a:srgbClr val="1F8899"/>
                              </a:solidFill>
                              <a:latin typeface="Cambria Math" panose="02040503050406030204" pitchFamily="18" charset="0"/>
                              <a:ea typeface="Cambria Math"/>
                            </a:rPr>
                            <m:t>1</m:t>
                          </m:r>
                        </m:sub>
                      </m:sSub>
                    </m:oMath>
                  </m:oMathPara>
                </a14:m>
                <a:endParaRPr lang="zh-TW" sz="2400"/>
              </a:p>
            </p:txBody>
          </p:sp>
        </mc:Choice>
        <mc:Fallback xmlns="">
          <p:pic>
            <p:nvPicPr>
              <p:cNvPr id="23" name="F23"/>
              <p:cNvPicPr/>
              <p:nvPr/>
            </p:nvPicPr>
            <p:blipFill>
              <a:blip r:embed="rId2"/>
              <a:stretch>
                <a:fillRect/>
              </a:stretch>
            </p:blipFill>
            <p:spPr>
              <a:xfrm>
                <a:off x="6423660" y="3172968"/>
                <a:ext cx="548640" cy="4114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4" name="T24"/>
              <p:cNvSpPr txBox="1"/>
              <p:nvPr/>
            </p:nvSpPr>
            <p:spPr>
              <a:xfrm>
                <a:off x="8074152" y="2613654"/>
                <a:ext cx="548640" cy="411480"/>
              </a:xfrm>
              <a:prstGeom prst="rect">
                <a:avLst/>
              </a:prstGeom>
              <a:noFill/>
              <a:ln>
                <a:noFill/>
              </a:ln>
            </p:spPr>
            <p:txBody>
              <a:bodyPr wrap="non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E8871E"/>
                              </a:solidFill>
                              <a:latin typeface="Cambria Math" panose="02040503050406030204" pitchFamily="18" charset="0"/>
                              <a:ea typeface="Cambria Math"/>
                            </a:rPr>
                          </m:ctrlPr>
                        </m:sSubPr>
                        <m:e>
                          <m:r>
                            <a:rPr lang="en-US" altLang="zh-TW" sz="2400" b="0" i="1">
                              <a:solidFill>
                                <a:srgbClr val="E8871E"/>
                              </a:solidFill>
                              <a:latin typeface="Cambria Math" panose="02040503050406030204" pitchFamily="18" charset="0"/>
                              <a:ea typeface="Cambria Math"/>
                            </a:rPr>
                            <m:t>𝐹</m:t>
                          </m:r>
                        </m:e>
                        <m:sub>
                          <m:r>
                            <a:rPr lang="en-US" altLang="zh-TW" sz="2400" b="0" i="0">
                              <a:solidFill>
                                <a:srgbClr val="E8871E"/>
                              </a:solidFill>
                              <a:latin typeface="Cambria Math" panose="02040503050406030204" pitchFamily="18" charset="0"/>
                              <a:ea typeface="Cambria Math"/>
                            </a:rPr>
                            <m:t>2</m:t>
                          </m:r>
                        </m:sub>
                      </m:sSub>
                    </m:oMath>
                  </m:oMathPara>
                </a14:m>
                <a:endParaRPr lang="zh-TW" sz="2400"/>
              </a:p>
            </p:txBody>
          </p:sp>
        </mc:Choice>
        <mc:Fallback xmlns="">
          <p:pic>
            <p:nvPicPr>
              <p:cNvPr id="24" name="F24"/>
              <p:cNvPicPr/>
              <p:nvPr/>
            </p:nvPicPr>
            <p:blipFill>
              <a:blip r:embed="rId3"/>
              <a:stretch>
                <a:fillRect/>
              </a:stretch>
            </p:blipFill>
            <p:spPr>
              <a:xfrm>
                <a:off x="8074152" y="2613654"/>
                <a:ext cx="548640" cy="411480"/>
              </a:xfrm>
              <a:prstGeom prst="rect">
                <a:avLst/>
              </a:prstGeom>
              <a:noFill/>
              <a:ln>
                <a:noFill/>
              </a:ln>
            </p:spPr>
          </p:pic>
        </mc:Fallback>
      </mc:AlternateContent>
      <p:sp>
        <p:nvSpPr>
          <p:cNvPr id="25" name="T25"/>
          <p:cNvSpPr txBox="1"/>
          <p:nvPr/>
        </p:nvSpPr>
        <p:spPr>
          <a:xfrm>
            <a:off x="6382512" y="2183886"/>
            <a:ext cx="14630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F = 100 N</a:t>
            </a:r>
            <a:endParaRPr lang="zh-TW" sz="2400"/>
          </a:p>
        </p:txBody>
      </p:sp>
      <p:sp>
        <p:nvSpPr>
          <p:cNvPr id="26" name="T26"/>
          <p:cNvSpPr txBox="1"/>
          <p:nvPr/>
        </p:nvSpPr>
        <p:spPr>
          <a:xfrm>
            <a:off x="6035040" y="2770632"/>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β</a:t>
            </a:r>
            <a:endParaRPr lang="zh-TW" sz="2400"/>
          </a:p>
        </p:txBody>
      </p:sp>
      <p:sp>
        <p:nvSpPr>
          <p:cNvPr id="27" name="T27"/>
          <p:cNvSpPr txBox="1"/>
          <p:nvPr/>
        </p:nvSpPr>
        <p:spPr>
          <a:xfrm>
            <a:off x="7178040" y="2743200"/>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γ</a:t>
            </a:r>
            <a:endParaRPr lang="zh-TW" sz="2400"/>
          </a:p>
        </p:txBody>
      </p:sp>
      <p:sp>
        <p:nvSpPr>
          <p:cNvPr id="28" name="T28"/>
          <p:cNvSpPr txBox="1"/>
          <p:nvPr/>
        </p:nvSpPr>
        <p:spPr>
          <a:xfrm>
            <a:off x="7552944" y="2301228"/>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α</a:t>
            </a:r>
            <a:endParaRPr lang="zh-TW" sz="2400"/>
          </a:p>
        </p:txBody>
      </p:sp>
      <p:sp>
        <p:nvSpPr>
          <p:cNvPr id="29" name="T29"/>
          <p:cNvSpPr txBox="1"/>
          <p:nvPr/>
        </p:nvSpPr>
        <p:spPr>
          <a:xfrm>
            <a:off x="8001000" y="2743200"/>
            <a:ext cx="5486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60°</a:t>
            </a:r>
            <a:endParaRPr lang="zh-TW" sz="2400"/>
          </a:p>
        </p:txBody>
      </p:sp>
      <p:sp>
        <p:nvSpPr>
          <p:cNvPr id="30" name="T30"/>
          <p:cNvSpPr txBox="1"/>
          <p:nvPr/>
        </p:nvSpPr>
        <p:spPr>
          <a:xfrm>
            <a:off x="5486400" y="3566160"/>
            <a:ext cx="3291840" cy="411480"/>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示意圖（頭尾相接）</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1-4　解題重點</a:t>
            </a:r>
          </a:p>
        </p:txBody>
      </p:sp>
      <p:sp>
        <p:nvSpPr>
          <p:cNvPr id="11" name="S11"/>
          <p:cNvSpPr/>
          <p:nvPr/>
        </p:nvSpPr>
        <p:spPr>
          <a:xfrm>
            <a:off x="338328" y="93268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3268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γ = 180° − 60° = 120°；設 F₂ = 0.5F₁</a:t>
            </a:r>
            <a:endParaRPr lang="zh-TW" sz="2400"/>
          </a:p>
        </p:txBody>
      </p:sp>
      <p:sp>
        <p:nvSpPr>
          <p:cNvPr id="14" name="S14"/>
          <p:cNvSpPr/>
          <p:nvPr/>
        </p:nvSpPr>
        <p:spPr>
          <a:xfrm>
            <a:off x="338328" y="147218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47218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777240" y="1362456"/>
                <a:ext cx="8001000" cy="54864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餘弦定理：</a:t>
                </a:r>
                <a14:m>
                  <m:oMath xmlns:m="http://schemas.openxmlformats.org/officeDocument/2006/math">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100</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𝐹</m:t>
                            </m:r>
                          </m:e>
                          <m:sub>
                            <m:r>
                              <a:rPr lang="en-US" altLang="zh-TW" sz="2400" b="0" i="0">
                                <a:solidFill>
                                  <a:srgbClr val="2B3050"/>
                                </a:solidFill>
                                <a:latin typeface="Cambria Math" panose="02040503050406030204" pitchFamily="18" charset="0"/>
                                <a:ea typeface="Cambria Math"/>
                              </a:rPr>
                              <m:t>1</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0.5</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𝐹</m:t>
                                </m:r>
                              </m:e>
                              <m:sub>
                                <m:r>
                                  <a:rPr lang="en-US" altLang="zh-TW" sz="2400" b="0" i="0">
                                    <a:solidFill>
                                      <a:srgbClr val="2B3050"/>
                                    </a:solidFill>
                                    <a:latin typeface="Cambria Math" panose="02040503050406030204" pitchFamily="18" charset="0"/>
                                    <a:ea typeface="Cambria Math"/>
                                  </a:rPr>
                                  <m:t>1</m:t>
                                </m:r>
                              </m:sub>
                            </m:sSub>
                          </m:e>
                        </m:d>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− 2</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𝐹</m:t>
                        </m:r>
                      </m:e>
                      <m:sub>
                        <m:r>
                          <a:rPr lang="en-US" altLang="zh-TW" sz="2400" b="0" i="0">
                            <a:solidFill>
                              <a:srgbClr val="2B3050"/>
                            </a:solidFill>
                            <a:latin typeface="Cambria Math" panose="02040503050406030204" pitchFamily="18" charset="0"/>
                            <a:ea typeface="Cambria Math"/>
                          </a:rPr>
                          <m:t>1</m:t>
                        </m:r>
                      </m:sub>
                    </m:sSub>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0.5</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𝐹</m:t>
                            </m:r>
                          </m:e>
                          <m:sub>
                            <m:r>
                              <a:rPr lang="en-US" altLang="zh-TW" sz="2400" b="0" i="0">
                                <a:solidFill>
                                  <a:srgbClr val="2B3050"/>
                                </a:solidFill>
                                <a:latin typeface="Cambria Math" panose="02040503050406030204" pitchFamily="18" charset="0"/>
                                <a:ea typeface="Cambria Math"/>
                              </a:rPr>
                              <m:t>1</m:t>
                            </m:r>
                          </m:sub>
                        </m:sSub>
                      </m:e>
                    </m:d>
                    <m:r>
                      <m:rPr>
                        <m:sty m:val="p"/>
                      </m:rPr>
                      <a:rPr lang="en-US" altLang="zh-TW" sz="2400" b="0" i="0">
                        <a:solidFill>
                          <a:srgbClr val="2B3050"/>
                        </a:solidFill>
                        <a:latin typeface="Cambria Math" panose="02040503050406030204" pitchFamily="18" charset="0"/>
                        <a:ea typeface="Cambria Math"/>
                      </a:rPr>
                      <m:t>cos</m:t>
                    </m:r>
                    <m:r>
                      <a:rPr lang="en-US" altLang="zh-TW" sz="2400" b="0" i="0">
                        <a:solidFill>
                          <a:srgbClr val="2B3050"/>
                        </a:solidFill>
                        <a:latin typeface="Cambria Math" panose="02040503050406030204" pitchFamily="18" charset="0"/>
                        <a:ea typeface="Cambria Math"/>
                      </a:rPr>
                      <m:t>120°</m:t>
                    </m:r>
                  </m:oMath>
                </a14:m>
                <a:endParaRPr lang="zh-TW" sz="2400"/>
              </a:p>
            </p:txBody>
          </p:sp>
        </mc:Choice>
        <mc:Fallback xmlns="">
          <p:pic>
            <p:nvPicPr>
              <p:cNvPr id="16" name="F16"/>
              <p:cNvPicPr/>
              <p:nvPr/>
            </p:nvPicPr>
            <p:blipFill>
              <a:blip r:embed="rId2"/>
              <a:stretch>
                <a:fillRect/>
              </a:stretch>
            </p:blipFill>
            <p:spPr>
              <a:xfrm>
                <a:off x="777240" y="1362456"/>
                <a:ext cx="8001000" cy="548640"/>
              </a:xfrm>
              <a:prstGeom prst="rect">
                <a:avLst/>
              </a:prstGeom>
              <a:noFill/>
              <a:ln>
                <a:noFill/>
              </a:ln>
            </p:spPr>
          </p:pic>
        </mc:Fallback>
      </mc:AlternateContent>
      <p:sp>
        <p:nvSpPr>
          <p:cNvPr id="17" name="S17"/>
          <p:cNvSpPr/>
          <p:nvPr/>
        </p:nvSpPr>
        <p:spPr>
          <a:xfrm>
            <a:off x="338328" y="2217420"/>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221742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mc:AlternateContent xmlns:mc="http://schemas.openxmlformats.org/markup-compatibility/2006" xmlns:a14="http://schemas.microsoft.com/office/drawing/2010/main">
        <mc:Choice Requires="a14">
          <p:sp>
            <p:nvSpPr>
              <p:cNvPr id="19" name="T19"/>
              <p:cNvSpPr txBox="1"/>
              <p:nvPr/>
            </p:nvSpPr>
            <p:spPr>
              <a:xfrm>
                <a:off x="777240" y="1947672"/>
                <a:ext cx="8001000" cy="86868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10000 = 1.75</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𝐹</m:t>
                              </m:r>
                            </m:e>
                            <m:sub>
                              <m:r>
                                <a:rPr lang="en-US" altLang="zh-TW" sz="2400" b="0" i="0">
                                  <a:solidFill>
                                    <a:srgbClr val="2B3050"/>
                                  </a:solidFill>
                                  <a:latin typeface="Cambria Math" panose="02040503050406030204" pitchFamily="18" charset="0"/>
                                  <a:ea typeface="Cambria Math"/>
                                </a:rPr>
                                <m:t>1</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𝐹</m:t>
                          </m:r>
                        </m:e>
                        <m:sub>
                          <m:r>
                            <a:rPr lang="en-US" altLang="zh-TW" sz="2400" b="0" i="0">
                              <a:solidFill>
                                <a:srgbClr val="2B3050"/>
                              </a:solidFill>
                              <a:latin typeface="Cambria Math" panose="02040503050406030204" pitchFamily="18" charset="0"/>
                              <a:ea typeface="Cambria Math"/>
                            </a:rPr>
                            <m:t>1</m:t>
                          </m:r>
                        </m:sub>
                      </m:sSub>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100</m:t>
                          </m:r>
                        </m:num>
                        <m:den>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1.75</m:t>
                              </m:r>
                            </m:e>
                          </m:rad>
                        </m:den>
                      </m:f>
                      <m:r>
                        <a:rPr lang="en-US" altLang="zh-TW" sz="2400" b="0" i="0">
                          <a:solidFill>
                            <a:srgbClr val="2B3050"/>
                          </a:solidFill>
                          <a:latin typeface="Cambria Math" panose="02040503050406030204" pitchFamily="18" charset="0"/>
                          <a:ea typeface="Cambria Math"/>
                        </a:rPr>
                        <m:t> ≈ 75.59 </m:t>
                      </m:r>
                      <m:r>
                        <a:rPr lang="en-US" altLang="zh-TW" sz="2400" b="0" i="1">
                          <a:solidFill>
                            <a:srgbClr val="2B3050"/>
                          </a:solidFill>
                          <a:latin typeface="Cambria Math" panose="02040503050406030204" pitchFamily="18" charset="0"/>
                          <a:ea typeface="Cambria Math"/>
                        </a:rPr>
                        <m:t>𝑁</m:t>
                      </m:r>
                    </m:oMath>
                  </m:oMathPara>
                </a14:m>
                <a:endParaRPr lang="zh-TW" sz="2400"/>
              </a:p>
            </p:txBody>
          </p:sp>
        </mc:Choice>
        <mc:Fallback xmlns="">
          <p:pic>
            <p:nvPicPr>
              <p:cNvPr id="19" name="F19"/>
              <p:cNvPicPr/>
              <p:nvPr/>
            </p:nvPicPr>
            <p:blipFill>
              <a:blip r:embed="rId3"/>
              <a:stretch>
                <a:fillRect/>
              </a:stretch>
            </p:blipFill>
            <p:spPr>
              <a:xfrm>
                <a:off x="777240" y="1947672"/>
                <a:ext cx="8001000" cy="868680"/>
              </a:xfrm>
              <a:prstGeom prst="rect">
                <a:avLst/>
              </a:prstGeom>
              <a:noFill/>
              <a:ln>
                <a:noFill/>
              </a:ln>
            </p:spPr>
          </p:pic>
        </mc:Fallback>
      </mc:AlternateContent>
      <p:sp>
        <p:nvSpPr>
          <p:cNvPr id="20" name="S20"/>
          <p:cNvSpPr/>
          <p:nvPr/>
        </p:nvSpPr>
        <p:spPr>
          <a:xfrm>
            <a:off x="338328" y="3122676"/>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3122676"/>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mc:AlternateContent xmlns:mc="http://schemas.openxmlformats.org/markup-compatibility/2006" xmlns:a14="http://schemas.microsoft.com/office/drawing/2010/main">
        <mc:Choice Requires="a14">
          <p:sp>
            <p:nvSpPr>
              <p:cNvPr id="22" name="T22"/>
              <p:cNvSpPr txBox="1"/>
              <p:nvPr/>
            </p:nvSpPr>
            <p:spPr>
              <a:xfrm>
                <a:off x="777240" y="2852928"/>
                <a:ext cx="8001000" cy="86868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正弦定理：</a:t>
                </a:r>
                <a14:m>
                  <m:oMath xmlns:m="http://schemas.openxmlformats.org/officeDocument/2006/math">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100</m:t>
                        </m:r>
                      </m:num>
                      <m:den>
                        <m:r>
                          <m:rPr>
                            <m:sty m:val="p"/>
                          </m:rPr>
                          <a:rPr lang="en-US" altLang="zh-TW" sz="2400" b="0" i="0">
                            <a:solidFill>
                              <a:srgbClr val="2B3050"/>
                            </a:solidFill>
                            <a:latin typeface="Cambria Math" panose="02040503050406030204" pitchFamily="18" charset="0"/>
                            <a:ea typeface="Cambria Math"/>
                          </a:rPr>
                          <m:t>sin</m:t>
                        </m:r>
                        <m:r>
                          <a:rPr lang="en-US" altLang="zh-TW" sz="2400" b="0" i="0">
                            <a:solidFill>
                              <a:srgbClr val="2B3050"/>
                            </a:solidFill>
                            <a:latin typeface="Cambria Math" panose="02040503050406030204" pitchFamily="18" charset="0"/>
                            <a:ea typeface="Cambria Math"/>
                          </a:rPr>
                          <m:t>120°</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𝐹</m:t>
                            </m:r>
                          </m:e>
                          <m:sub>
                            <m:r>
                              <a:rPr lang="en-US" altLang="zh-TW" sz="2400" b="0" i="0">
                                <a:solidFill>
                                  <a:srgbClr val="2B3050"/>
                                </a:solidFill>
                                <a:latin typeface="Cambria Math" panose="02040503050406030204" pitchFamily="18" charset="0"/>
                                <a:ea typeface="Cambria Math"/>
                              </a:rPr>
                              <m:t>1</m:t>
                            </m:r>
                          </m:sub>
                        </m:sSub>
                      </m:num>
                      <m:den>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𝛼</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𝐹</m:t>
                            </m:r>
                          </m:e>
                          <m:sub>
                            <m:r>
                              <a:rPr lang="en-US" altLang="zh-TW" sz="2400" b="0" i="0">
                                <a:solidFill>
                                  <a:srgbClr val="2B3050"/>
                                </a:solidFill>
                                <a:latin typeface="Cambria Math" panose="02040503050406030204" pitchFamily="18" charset="0"/>
                                <a:ea typeface="Cambria Math"/>
                              </a:rPr>
                              <m:t>2</m:t>
                            </m:r>
                          </m:sub>
                        </m:sSub>
                      </m:num>
                      <m:den>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𝛽</m:t>
                        </m:r>
                      </m:den>
                    </m:f>
                  </m:oMath>
                </a14:m>
                <a:endParaRPr lang="zh-TW" sz="2400"/>
              </a:p>
            </p:txBody>
          </p:sp>
        </mc:Choice>
        <mc:Fallback xmlns="">
          <p:pic>
            <p:nvPicPr>
              <p:cNvPr id="22" name="F22"/>
              <p:cNvPicPr/>
              <p:nvPr/>
            </p:nvPicPr>
            <p:blipFill>
              <a:blip r:embed="rId4"/>
              <a:stretch>
                <a:fillRect/>
              </a:stretch>
            </p:blipFill>
            <p:spPr>
              <a:xfrm>
                <a:off x="777240" y="2852928"/>
                <a:ext cx="8001000" cy="868680"/>
              </a:xfrm>
              <a:prstGeom prst="rect">
                <a:avLst/>
              </a:prstGeom>
              <a:no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1-4　解題重點（續）</a:t>
            </a:r>
          </a:p>
        </p:txBody>
      </p:sp>
      <p:sp>
        <p:nvSpPr>
          <p:cNvPr id="11" name="T11"/>
          <p:cNvSpPr txBox="1"/>
          <p:nvPr/>
        </p:nvSpPr>
        <p:spPr>
          <a:xfrm>
            <a:off x="320040" y="868680"/>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F₁ ≈ 75.6 N，F₂ ≈ 37.8 N，α ≈ 40.9°，β ≈ 19.1°</a:t>
            </a:r>
            <a:endParaRPr lang="zh-TW" sz="2400"/>
          </a:p>
        </p:txBody>
      </p:sp>
      <p:sp>
        <p:nvSpPr>
          <p:cNvPr id="12" name="T12"/>
          <p:cNvSpPr txBox="1"/>
          <p:nvPr/>
        </p:nvSpPr>
        <p:spPr>
          <a:xfrm>
            <a:off x="320040" y="1453896"/>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驗算 α + β + γ = 180° ✓</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1-7　題目與思考重點</a:t>
            </a:r>
          </a:p>
        </p:txBody>
      </p:sp>
      <mc:AlternateContent xmlns:mc="http://schemas.openxmlformats.org/markup-compatibility/2006" xmlns:a14="http://schemas.microsoft.com/office/drawing/2010/main">
        <mc:Choice Requires="a14">
          <p:sp>
            <p:nvSpPr>
              <p:cNvPr id="11" name="T11"/>
              <p:cNvSpPr txBox="1"/>
              <p:nvPr/>
            </p:nvSpPr>
            <p:spPr>
              <a:xfrm>
                <a:off x="320040" y="868680"/>
                <a:ext cx="8458200" cy="950976"/>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𝐴</m:t>
                      </m:r>
                      <m:r>
                        <a:rPr lang="en-US" altLang="zh-TW" sz="2400" b="0" i="0">
                          <a:solidFill>
                            <a:srgbClr val="2B3050"/>
                          </a:solidFill>
                          <a:latin typeface="Cambria Math" panose="02040503050406030204" pitchFamily="18" charset="0"/>
                          <a:ea typeface="Cambria Math"/>
                        </a:rPr>
                        <m:t> = 2</m:t>
                      </m:r>
                      <m:r>
                        <a:rPr lang="en-US" altLang="zh-TW" sz="2400" b="0" i="1">
                          <a:solidFill>
                            <a:srgbClr val="2B3050"/>
                          </a:solidFill>
                          <a:latin typeface="Cambria Math" panose="02040503050406030204" pitchFamily="18" charset="0"/>
                          <a:ea typeface="Cambria Math"/>
                        </a:rPr>
                        <m:t>𝑖</m:t>
                      </m:r>
                      <m:r>
                        <a:rPr lang="en-US" altLang="zh-TW" sz="2400" b="0" i="0">
                          <a:solidFill>
                            <a:srgbClr val="2B3050"/>
                          </a:solidFill>
                          <a:latin typeface="Cambria Math" panose="02040503050406030204" pitchFamily="18" charset="0"/>
                          <a:ea typeface="Cambria Math"/>
                        </a:rPr>
                        <m:t> + 3</m:t>
                      </m:r>
                      <m:r>
                        <a:rPr lang="en-US" altLang="zh-TW" sz="2400" b="0" i="1">
                          <a:solidFill>
                            <a:srgbClr val="2B3050"/>
                          </a:solidFill>
                          <a:latin typeface="Cambria Math" panose="02040503050406030204" pitchFamily="18" charset="0"/>
                          <a:ea typeface="Cambria Math"/>
                        </a:rPr>
                        <m:t>𝑗</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𝑘</m:t>
                      </m:r>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𝐵</m:t>
                      </m:r>
                      <m:r>
                        <a:rPr lang="en-US" altLang="zh-TW" sz="2400" b="0" i="0">
                          <a:solidFill>
                            <a:srgbClr val="2B3050"/>
                          </a:solidFill>
                          <a:latin typeface="Cambria Math" panose="02040503050406030204" pitchFamily="18" charset="0"/>
                          <a:ea typeface="Cambria Math"/>
                        </a:rPr>
                        <m:t> = 4</m:t>
                      </m:r>
                      <m:r>
                        <a:rPr lang="en-US" altLang="zh-TW" sz="2400" b="0" i="1">
                          <a:solidFill>
                            <a:srgbClr val="2B3050"/>
                          </a:solidFill>
                          <a:latin typeface="Cambria Math" panose="02040503050406030204" pitchFamily="18" charset="0"/>
                          <a:ea typeface="Cambria Math"/>
                        </a:rPr>
                        <m:t>𝑖</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𝑗</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𝑘</m:t>
                      </m:r>
                    </m:oMath>
                  </m:oMathPara>
                </a14:m>
                <a:endParaRPr lang="zh-TW" sz="2400"/>
              </a:p>
              <a:p>
                <a:pPr algn="l">
                  <a:lnSpc>
                    <a:spcPct val="100000"/>
                  </a:lnSpc>
                  <a:buNone/>
                </a:pPr>
                <a:r>
                  <a:rPr lang="zh-TW" altLang="en-US" sz="2400" b="0" dirty="0">
                    <a:solidFill>
                      <a:srgbClr val="2B3050"/>
                    </a:solidFill>
                    <a:latin typeface="Calibri"/>
                    <a:ea typeface="微軟正黑體"/>
                    <a:cs typeface="Calibri"/>
                  </a:rPr>
                  <a:t>求 A·B 及兩向量的夾角 θ。</a:t>
                </a:r>
                <a:endParaRPr lang="zh-TW" sz="2400"/>
              </a:p>
            </p:txBody>
          </p:sp>
        </mc:Choice>
        <mc:Fallback xmlns="">
          <p:pic>
            <p:nvPicPr>
              <p:cNvPr id="11" name="F11"/>
              <p:cNvPicPr/>
              <p:nvPr/>
            </p:nvPicPr>
            <p:blipFill>
              <a:blip r:embed="rId2"/>
              <a:stretch>
                <a:fillRect/>
              </a:stretch>
            </p:blipFill>
            <p:spPr>
              <a:xfrm>
                <a:off x="320040" y="868680"/>
                <a:ext cx="8458200" cy="950976"/>
              </a:xfrm>
              <a:prstGeom prst="roundRect">
                <a:avLst/>
              </a:prstGeom>
              <a:solidFill>
                <a:srgbClr val="E8F4F6"/>
              </a:solidFill>
              <a:ln w="15875">
                <a:solidFill>
                  <a:srgbClr val="1F8899"/>
                </a:solidFill>
              </a:ln>
            </p:spPr>
          </p:pic>
        </mc:Fallback>
      </mc:AlternateContent>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1-4 向量的乘積</a:t>
            </a:r>
            <a:endParaRPr lang="zh-TW" sz="2400"/>
          </a:p>
        </p:txBody>
      </p:sp>
      <p:sp>
        <p:nvSpPr>
          <p:cNvPr id="13" name="T13"/>
          <p:cNvSpPr txBox="1"/>
          <p:nvPr/>
        </p:nvSpPr>
        <p:spPr>
          <a:xfrm>
            <a:off x="320040" y="1929384"/>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6766560" y="1929384"/>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2386584"/>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內積：同軸分量相乘再加總</a:t>
            </a:r>
            <a:endParaRPr lang="zh-TW" sz="2400"/>
          </a:p>
        </p:txBody>
      </p:sp>
      <p:sp>
        <p:nvSpPr>
          <p:cNvPr id="16" name="T16"/>
          <p:cNvSpPr txBox="1"/>
          <p:nvPr/>
        </p:nvSpPr>
        <p:spPr>
          <a:xfrm>
            <a:off x="502920" y="2825496"/>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夾角由 A·B = AB cosθ 反推</a:t>
            </a:r>
            <a:endParaRPr lang="zh-TW" sz="2400"/>
          </a:p>
        </p:txBody>
      </p:sp>
      <p:sp>
        <p:nvSpPr>
          <p:cNvPr id="17" name="T17"/>
          <p:cNvSpPr txBox="1"/>
          <p:nvPr/>
        </p:nvSpPr>
        <p:spPr>
          <a:xfrm>
            <a:off x="502920" y="3264408"/>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i·i = 1，i·j = 0（互相垂直）</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1-7　解題重點</a:t>
            </a:r>
          </a:p>
        </p:txBody>
      </p:sp>
      <p:sp>
        <p:nvSpPr>
          <p:cNvPr id="11" name="S11"/>
          <p:cNvSpPr/>
          <p:nvPr/>
        </p:nvSpPr>
        <p:spPr>
          <a:xfrm>
            <a:off x="338328" y="93268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3268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A·B = (2)(4) + (3)(−1) + (−1)(1) = 8 − 3 − 1 = 4</a:t>
            </a:r>
            <a:endParaRPr lang="zh-TW" sz="2400"/>
          </a:p>
        </p:txBody>
      </p:sp>
      <p:sp>
        <p:nvSpPr>
          <p:cNvPr id="14" name="S14"/>
          <p:cNvSpPr/>
          <p:nvPr/>
        </p:nvSpPr>
        <p:spPr>
          <a:xfrm>
            <a:off x="338328" y="147218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47218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777240" y="1362456"/>
                <a:ext cx="800100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𝐴</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2</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3</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1</m:t>
                              </m:r>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14</m:t>
                          </m:r>
                        </m:e>
                      </m:rad>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𝐵</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18</m:t>
                          </m:r>
                        </m:e>
                      </m:rad>
                    </m:oMath>
                  </m:oMathPara>
                </a14:m>
                <a:endParaRPr lang="zh-TW" sz="2400"/>
              </a:p>
            </p:txBody>
          </p:sp>
        </mc:Choice>
        <mc:Fallback xmlns="">
          <p:pic>
            <p:nvPicPr>
              <p:cNvPr id="16" name="F16"/>
              <p:cNvPicPr/>
              <p:nvPr/>
            </p:nvPicPr>
            <p:blipFill>
              <a:blip r:embed="rId2"/>
              <a:stretch>
                <a:fillRect/>
              </a:stretch>
            </p:blipFill>
            <p:spPr>
              <a:xfrm>
                <a:off x="777240" y="1362456"/>
                <a:ext cx="8001000" cy="548640"/>
              </a:xfrm>
              <a:prstGeom prst="rect">
                <a:avLst/>
              </a:prstGeom>
              <a:noFill/>
              <a:ln>
                <a:noFill/>
              </a:ln>
            </p:spPr>
          </p:pic>
        </mc:Fallback>
      </mc:AlternateContent>
      <p:sp>
        <p:nvSpPr>
          <p:cNvPr id="17" name="S17"/>
          <p:cNvSpPr/>
          <p:nvPr/>
        </p:nvSpPr>
        <p:spPr>
          <a:xfrm>
            <a:off x="338328" y="2240280"/>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224028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mc:AlternateContent xmlns:mc="http://schemas.openxmlformats.org/markup-compatibility/2006" xmlns:a14="http://schemas.microsoft.com/office/drawing/2010/main">
        <mc:Choice Requires="a14">
          <p:sp>
            <p:nvSpPr>
              <p:cNvPr id="19" name="T19"/>
              <p:cNvSpPr txBox="1"/>
              <p:nvPr/>
            </p:nvSpPr>
            <p:spPr>
              <a:xfrm>
                <a:off x="777240" y="1947672"/>
                <a:ext cx="8001000" cy="91440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𝐴</m:t>
                          </m:r>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𝐵</m:t>
                          </m:r>
                        </m:num>
                        <m:den>
                          <m:r>
                            <a:rPr lang="en-US" altLang="zh-TW" sz="2400" b="0" i="1">
                              <a:solidFill>
                                <a:srgbClr val="2B3050"/>
                              </a:solidFill>
                              <a:latin typeface="Cambria Math" panose="02040503050406030204" pitchFamily="18" charset="0"/>
                              <a:ea typeface="Cambria Math"/>
                            </a:rPr>
                            <m:t>𝐴𝐵</m:t>
                          </m:r>
                        </m:den>
                      </m:f>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4</m:t>
                          </m:r>
                        </m:num>
                        <m:den>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14</m:t>
                              </m:r>
                            </m:e>
                          </m:rad>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18</m:t>
                              </m:r>
                            </m:e>
                          </m:rad>
                        </m:den>
                      </m:f>
                      <m:r>
                        <a:rPr lang="en-US" altLang="zh-TW" sz="2400" b="0" i="0">
                          <a:solidFill>
                            <a:srgbClr val="2B3050"/>
                          </a:solidFill>
                          <a:latin typeface="Cambria Math" panose="02040503050406030204" pitchFamily="18" charset="0"/>
                          <a:ea typeface="Cambria Math"/>
                        </a:rPr>
                        <m:t> ≈ 0.2520</m:t>
                      </m:r>
                    </m:oMath>
                  </m:oMathPara>
                </a14:m>
                <a:endParaRPr lang="zh-TW" sz="2400"/>
              </a:p>
            </p:txBody>
          </p:sp>
        </mc:Choice>
        <mc:Fallback xmlns="">
          <p:pic>
            <p:nvPicPr>
              <p:cNvPr id="19" name="F19"/>
              <p:cNvPicPr/>
              <p:nvPr/>
            </p:nvPicPr>
            <p:blipFill>
              <a:blip r:embed="rId3"/>
              <a:stretch>
                <a:fillRect/>
              </a:stretch>
            </p:blipFill>
            <p:spPr>
              <a:xfrm>
                <a:off x="777240" y="1947672"/>
                <a:ext cx="8001000" cy="914400"/>
              </a:xfrm>
              <a:prstGeom prst="rect">
                <a:avLst/>
              </a:prstGeom>
              <a:noFill/>
              <a:ln>
                <a:noFill/>
              </a:ln>
            </p:spPr>
          </p:pic>
        </mc:Fallback>
      </mc:AlternateContent>
      <p:sp>
        <p:nvSpPr>
          <p:cNvPr id="20" name="T20"/>
          <p:cNvSpPr txBox="1"/>
          <p:nvPr/>
        </p:nvSpPr>
        <p:spPr>
          <a:xfrm>
            <a:off x="320040" y="2953512"/>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A·B = 4，θ = cos⁻¹ 0.2520 ≈ 75.4°</a:t>
            </a:r>
            <a:endParaRPr lang="zh-TW" sz="2400"/>
          </a:p>
        </p:txBody>
      </p:sp>
      <p:sp>
        <p:nvSpPr>
          <p:cNvPr id="21" name="T21"/>
          <p:cNvSpPr txBox="1"/>
          <p:nvPr/>
        </p:nvSpPr>
        <p:spPr>
          <a:xfrm>
            <a:off x="320040" y="3538728"/>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A·B &gt; 0 → 夾角小於 90°</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1-8　題目與思考重點</a:t>
            </a:r>
          </a:p>
        </p:txBody>
      </p:sp>
      <p:sp>
        <p:nvSpPr>
          <p:cNvPr id="11" name="T11"/>
          <p:cNvSpPr txBox="1"/>
          <p:nvPr/>
        </p:nvSpPr>
        <p:spPr>
          <a:xfrm>
            <a:off x="320040" y="868680"/>
            <a:ext cx="5577840" cy="1792224"/>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作用力 F = 100 N，</a:t>
            </a:r>
            <a:endParaRPr lang="zh-TW" sz="2400"/>
          </a:p>
          <a:p>
            <a:pPr algn="l">
              <a:lnSpc>
                <a:spcPct val="100000"/>
              </a:lnSpc>
              <a:buNone/>
            </a:pPr>
            <a:r>
              <a:rPr lang="zh-TW" altLang="en-US" sz="2400" b="0" dirty="0">
                <a:solidFill>
                  <a:srgbClr val="2B3050"/>
                </a:solidFill>
                <a:latin typeface="Calibri"/>
                <a:ea typeface="微軟正黑體"/>
                <a:cs typeface="Calibri"/>
              </a:rPr>
              <a:t>與 X、Y、Z 軸夾角</a:t>
            </a:r>
            <a:endParaRPr lang="zh-TW" sz="2400"/>
          </a:p>
          <a:p>
            <a:pPr algn="l">
              <a:lnSpc>
                <a:spcPct val="100000"/>
              </a:lnSpc>
              <a:buNone/>
            </a:pPr>
            <a:r>
              <a:rPr lang="zh-TW" altLang="en-US" sz="2400" b="0" dirty="0">
                <a:solidFill>
                  <a:srgbClr val="2B3050"/>
                </a:solidFill>
                <a:latin typeface="Calibri"/>
                <a:ea typeface="微軟正黑體"/>
                <a:cs typeface="Calibri"/>
              </a:rPr>
              <a:t>分別為 45°、60°、γ。</a:t>
            </a:r>
            <a:endParaRPr lang="zh-TW" sz="2400"/>
          </a:p>
          <a:p>
            <a:pPr algn="l">
              <a:lnSpc>
                <a:spcPct val="100000"/>
              </a:lnSpc>
              <a:buNone/>
            </a:pPr>
            <a:r>
              <a:rPr lang="zh-TW" altLang="en-US" sz="2400" b="0" dirty="0">
                <a:solidFill>
                  <a:srgbClr val="2B3050"/>
                </a:solidFill>
                <a:latin typeface="Calibri"/>
                <a:ea typeface="微軟正黑體"/>
                <a:cs typeface="Calibri"/>
              </a:rPr>
              <a:t>求各軸分量與單位向量。</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1-3 向量的分量</a:t>
            </a:r>
            <a:endParaRPr lang="zh-TW" sz="2400"/>
          </a:p>
        </p:txBody>
      </p:sp>
      <p:sp>
        <p:nvSpPr>
          <p:cNvPr id="13" name="T13"/>
          <p:cNvSpPr txBox="1"/>
          <p:nvPr/>
        </p:nvSpPr>
        <p:spPr>
          <a:xfrm>
            <a:off x="320040" y="2770632"/>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3886200" y="2770632"/>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3227832"/>
            <a:ext cx="53949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cos²α + cos²β + cos²γ = 1</a:t>
            </a:r>
            <a:endParaRPr lang="zh-TW" sz="2400"/>
          </a:p>
        </p:txBody>
      </p:sp>
      <p:sp>
        <p:nvSpPr>
          <p:cNvPr id="16" name="T16"/>
          <p:cNvSpPr txBox="1"/>
          <p:nvPr/>
        </p:nvSpPr>
        <p:spPr>
          <a:xfrm>
            <a:off x="502920" y="3666744"/>
            <a:ext cx="53949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cosγ 開根號有正負兩個值</a:t>
            </a:r>
            <a:endParaRPr lang="zh-TW" sz="2400"/>
          </a:p>
        </p:txBody>
      </p:sp>
      <p:sp>
        <p:nvSpPr>
          <p:cNvPr id="17" name="T17"/>
          <p:cNvSpPr txBox="1"/>
          <p:nvPr/>
        </p:nvSpPr>
        <p:spPr>
          <a:xfrm>
            <a:off x="502920" y="4105656"/>
            <a:ext cx="53949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力＝大小 × 單位向量</a:t>
            </a:r>
            <a:endParaRPr lang="zh-TW" sz="2400"/>
          </a:p>
        </p:txBody>
      </p:sp>
      <p:cxnSp>
        <p:nvCxnSpPr>
          <p:cNvPr id="18" name="L18"/>
          <p:cNvCxnSpPr/>
          <p:nvPr/>
        </p:nvCxnSpPr>
        <p:spPr>
          <a:xfrm>
            <a:off x="7223760" y="3246120"/>
            <a:ext cx="1737360" cy="0"/>
          </a:xfrm>
          <a:prstGeom prst="line">
            <a:avLst/>
          </a:prstGeom>
          <a:ln w="19050">
            <a:solidFill>
              <a:srgbClr val="2B3050"/>
            </a:solidFill>
            <a:tailEnd type="triangle" w="med" len="med"/>
          </a:ln>
        </p:spPr>
      </p:cxnSp>
      <p:cxnSp>
        <p:nvCxnSpPr>
          <p:cNvPr id="19" name="L19"/>
          <p:cNvCxnSpPr/>
          <p:nvPr/>
        </p:nvCxnSpPr>
        <p:spPr>
          <a:xfrm flipV="1">
            <a:off x="7223760" y="1234440"/>
            <a:ext cx="0" cy="2011680"/>
          </a:xfrm>
          <a:prstGeom prst="line">
            <a:avLst/>
          </a:prstGeom>
          <a:ln w="19050">
            <a:solidFill>
              <a:srgbClr val="2B3050"/>
            </a:solidFill>
            <a:tailEnd type="triangle" w="med" len="med"/>
          </a:ln>
        </p:spPr>
      </p:cxnSp>
      <p:cxnSp>
        <p:nvCxnSpPr>
          <p:cNvPr id="20" name="L20"/>
          <p:cNvCxnSpPr/>
          <p:nvPr/>
        </p:nvCxnSpPr>
        <p:spPr>
          <a:xfrm flipH="1">
            <a:off x="6217920" y="3246120"/>
            <a:ext cx="1005840" cy="822960"/>
          </a:xfrm>
          <a:prstGeom prst="line">
            <a:avLst/>
          </a:prstGeom>
          <a:ln w="19050">
            <a:solidFill>
              <a:srgbClr val="2B3050"/>
            </a:solidFill>
            <a:tailEnd type="triangle" w="med" len="med"/>
          </a:ln>
        </p:spPr>
      </p:cxnSp>
      <p:sp>
        <p:nvSpPr>
          <p:cNvPr id="21" name="T21"/>
          <p:cNvSpPr txBox="1"/>
          <p:nvPr/>
        </p:nvSpPr>
        <p:spPr>
          <a:xfrm>
            <a:off x="8823960" y="3264408"/>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22" name="T22"/>
          <p:cNvSpPr txBox="1"/>
          <p:nvPr/>
        </p:nvSpPr>
        <p:spPr>
          <a:xfrm>
            <a:off x="7269480" y="1005840"/>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Z</a:t>
            </a:r>
            <a:endParaRPr lang="zh-TW" sz="2400"/>
          </a:p>
        </p:txBody>
      </p:sp>
      <p:sp>
        <p:nvSpPr>
          <p:cNvPr id="23" name="T23"/>
          <p:cNvSpPr txBox="1"/>
          <p:nvPr/>
        </p:nvSpPr>
        <p:spPr>
          <a:xfrm>
            <a:off x="6035040" y="3886200"/>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cxnSp>
        <p:nvCxnSpPr>
          <p:cNvPr id="24" name="L24"/>
          <p:cNvCxnSpPr/>
          <p:nvPr/>
        </p:nvCxnSpPr>
        <p:spPr>
          <a:xfrm flipV="1">
            <a:off x="7223760" y="1874520"/>
            <a:ext cx="1188720" cy="1371600"/>
          </a:xfrm>
          <a:prstGeom prst="line">
            <a:avLst/>
          </a:prstGeom>
          <a:ln w="38100">
            <a:solidFill>
              <a:srgbClr val="D6006F"/>
            </a:solidFill>
            <a:tailEnd type="triangle" w="med" len="med"/>
          </a:ln>
        </p:spPr>
      </p:cxnSp>
      <p:sp>
        <p:nvSpPr>
          <p:cNvPr id="25" name="T25"/>
          <p:cNvSpPr txBox="1"/>
          <p:nvPr/>
        </p:nvSpPr>
        <p:spPr>
          <a:xfrm>
            <a:off x="8366760" y="1554480"/>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F</a:t>
            </a:r>
            <a:endParaRPr lang="zh-TW" sz="2400"/>
          </a:p>
        </p:txBody>
      </p:sp>
      <p:sp>
        <p:nvSpPr>
          <p:cNvPr id="26" name="T26"/>
          <p:cNvSpPr txBox="1"/>
          <p:nvPr/>
        </p:nvSpPr>
        <p:spPr>
          <a:xfrm>
            <a:off x="5943600" y="3749040"/>
            <a:ext cx="2926080" cy="411480"/>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示意圖</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1-8　解題重點</a:t>
            </a:r>
          </a:p>
        </p:txBody>
      </p:sp>
      <p:sp>
        <p:nvSpPr>
          <p:cNvPr id="11" name="T11"/>
          <p:cNvSpPr txBox="1"/>
          <p:nvPr/>
        </p:nvSpPr>
        <p:spPr>
          <a:xfrm>
            <a:off x="320040" y="868680"/>
            <a:ext cx="8458200" cy="914400"/>
          </a:xfrm>
          <a:prstGeom prst="roundRect">
            <a:avLst/>
          </a:prstGeom>
          <a:solidFill>
            <a:srgbClr val="FDEDEC"/>
          </a:solidFill>
          <a:ln w="19050">
            <a:solidFill>
              <a:srgbClr val="C0392B"/>
            </a:solidFill>
          </a:ln>
        </p:spPr>
        <p:txBody>
          <a:bodyPr wrap="square" lIns="91440" tIns="45720" rIns="91440" bIns="45720" anchor="ctr">
            <a:noAutofit/>
          </a:bodyPr>
          <a:lstStyle/>
          <a:p>
            <a:pPr algn="l">
              <a:lnSpc>
                <a:spcPct val="100000"/>
              </a:lnSpc>
              <a:buNone/>
            </a:pPr>
            <a:r>
              <a:rPr lang="zh-TW" altLang="en-US" sz="2400" b="1" dirty="0">
                <a:solidFill>
                  <a:srgbClr val="C0392B"/>
                </a:solidFill>
                <a:latin typeface="Calibri"/>
                <a:ea typeface="微軟正黑體"/>
                <a:cs typeface="Calibri"/>
              </a:rPr>
              <a:t>校註：</a:t>
            </a:r>
            <a:r>
              <a:rPr lang="zh-TW" altLang="en-US" sz="2400" b="0" dirty="0">
                <a:solidFill>
                  <a:srgbClr val="2B3050"/>
                </a:solidFill>
                <a:latin typeface="Calibri"/>
                <a:ea typeface="微軟正黑體"/>
                <a:cs typeface="Calibri"/>
              </a:rPr>
              <a:t>原題圖未能核對 Fz 正負，故兩根並列；若原圖規定 F 的 z 分量為正（Fz &gt; 0），才取 γ = 60°。</a:t>
            </a:r>
            <a:endParaRPr lang="zh-TW" sz="2400"/>
          </a:p>
        </p:txBody>
      </p:sp>
      <p:sp>
        <p:nvSpPr>
          <p:cNvPr id="12" name="S12"/>
          <p:cNvSpPr/>
          <p:nvPr/>
        </p:nvSpPr>
        <p:spPr>
          <a:xfrm>
            <a:off x="338328" y="1901952"/>
            <a:ext cx="329184" cy="329184"/>
          </a:xfrm>
          <a:prstGeom prst="ellipse">
            <a:avLst/>
          </a:prstGeom>
          <a:solidFill>
            <a:srgbClr val="1F8899"/>
          </a:solidFill>
          <a:ln>
            <a:noFill/>
          </a:ln>
        </p:spPr>
        <p:txBody>
          <a:bodyPr/>
          <a:lstStyle/>
          <a:p>
            <a:endParaRPr lang="zh-TW" altLang="en-US"/>
          </a:p>
        </p:txBody>
      </p:sp>
      <p:sp>
        <p:nvSpPr>
          <p:cNvPr id="13" name="T13"/>
          <p:cNvSpPr txBox="1"/>
          <p:nvPr/>
        </p:nvSpPr>
        <p:spPr>
          <a:xfrm>
            <a:off x="338328" y="1901952"/>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4" name="T14"/>
          <p:cNvSpPr txBox="1"/>
          <p:nvPr/>
        </p:nvSpPr>
        <p:spPr>
          <a:xfrm>
            <a:off x="777240" y="1837944"/>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cos²45° + cos²60° + cos²γ = 1 → 0.5 + 0.25 + cos²γ = 1</a:t>
            </a:r>
            <a:endParaRPr lang="zh-TW" sz="2400"/>
          </a:p>
        </p:txBody>
      </p:sp>
      <p:sp>
        <p:nvSpPr>
          <p:cNvPr id="15" name="S15"/>
          <p:cNvSpPr/>
          <p:nvPr/>
        </p:nvSpPr>
        <p:spPr>
          <a:xfrm>
            <a:off x="338328" y="2395728"/>
            <a:ext cx="329184" cy="329184"/>
          </a:xfrm>
          <a:prstGeom prst="ellipse">
            <a:avLst/>
          </a:prstGeom>
          <a:solidFill>
            <a:srgbClr val="1F8899"/>
          </a:solidFill>
          <a:ln>
            <a:noFill/>
          </a:ln>
        </p:spPr>
        <p:txBody>
          <a:bodyPr/>
          <a:lstStyle/>
          <a:p>
            <a:endParaRPr lang="zh-TW" altLang="en-US"/>
          </a:p>
        </p:txBody>
      </p:sp>
      <p:sp>
        <p:nvSpPr>
          <p:cNvPr id="16" name="T16"/>
          <p:cNvSpPr txBox="1"/>
          <p:nvPr/>
        </p:nvSpPr>
        <p:spPr>
          <a:xfrm>
            <a:off x="338328" y="239572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7" name="T17"/>
          <p:cNvSpPr txBox="1"/>
          <p:nvPr/>
        </p:nvSpPr>
        <p:spPr>
          <a:xfrm>
            <a:off x="777240" y="233172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cos²γ = 0.25 → cosγ = ±0.5 → γ = 60° 或 120°</a:t>
            </a:r>
            <a:endParaRPr lang="zh-TW" sz="2400"/>
          </a:p>
        </p:txBody>
      </p:sp>
      <p:sp>
        <p:nvSpPr>
          <p:cNvPr id="18" name="S18"/>
          <p:cNvSpPr/>
          <p:nvPr/>
        </p:nvSpPr>
        <p:spPr>
          <a:xfrm>
            <a:off x="338328" y="2889504"/>
            <a:ext cx="329184" cy="329184"/>
          </a:xfrm>
          <a:prstGeom prst="ellipse">
            <a:avLst/>
          </a:prstGeom>
          <a:solidFill>
            <a:srgbClr val="1F8899"/>
          </a:solidFill>
          <a:ln>
            <a:noFill/>
          </a:ln>
        </p:spPr>
        <p:txBody>
          <a:bodyPr/>
          <a:lstStyle/>
          <a:p>
            <a:endParaRPr lang="zh-TW" altLang="en-US"/>
          </a:p>
        </p:txBody>
      </p:sp>
      <p:sp>
        <p:nvSpPr>
          <p:cNvPr id="19" name="T19"/>
          <p:cNvSpPr txBox="1"/>
          <p:nvPr/>
        </p:nvSpPr>
        <p:spPr>
          <a:xfrm>
            <a:off x="338328" y="288950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20" name="T20"/>
          <p:cNvSpPr txBox="1"/>
          <p:nvPr/>
        </p:nvSpPr>
        <p:spPr>
          <a:xfrm>
            <a:off x="777240" y="2825496"/>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e = (√2/2)i + 0.5j ± 0.5k ≈ 0.7071i + 0.5j ± 0.5k</a:t>
            </a:r>
            <a:endParaRPr lang="zh-TW" sz="2400"/>
          </a:p>
        </p:txBody>
      </p:sp>
      <p:sp>
        <p:nvSpPr>
          <p:cNvPr id="21" name="S21"/>
          <p:cNvSpPr/>
          <p:nvPr/>
        </p:nvSpPr>
        <p:spPr>
          <a:xfrm>
            <a:off x="338328" y="3383280"/>
            <a:ext cx="329184" cy="329184"/>
          </a:xfrm>
          <a:prstGeom prst="ellipse">
            <a:avLst/>
          </a:prstGeom>
          <a:solidFill>
            <a:srgbClr val="1F8899"/>
          </a:solidFill>
          <a:ln>
            <a:noFill/>
          </a:ln>
        </p:spPr>
        <p:txBody>
          <a:bodyPr/>
          <a:lstStyle/>
          <a:p>
            <a:endParaRPr lang="zh-TW" altLang="en-US"/>
          </a:p>
        </p:txBody>
      </p:sp>
      <p:sp>
        <p:nvSpPr>
          <p:cNvPr id="22" name="T22"/>
          <p:cNvSpPr txBox="1"/>
          <p:nvPr/>
        </p:nvSpPr>
        <p:spPr>
          <a:xfrm>
            <a:off x="338328" y="338328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3" name="T23"/>
          <p:cNvSpPr txBox="1"/>
          <p:nvPr/>
        </p:nvSpPr>
        <p:spPr>
          <a:xfrm>
            <a:off x="777240" y="3319272"/>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F = 100 e ≈ 70.71i + 50j ± 50k (N)</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1-8　解題重點（續）</a:t>
            </a:r>
          </a:p>
        </p:txBody>
      </p:sp>
      <p:sp>
        <p:nvSpPr>
          <p:cNvPr id="11" name="T11"/>
          <p:cNvSpPr txBox="1"/>
          <p:nvPr/>
        </p:nvSpPr>
        <p:spPr>
          <a:xfrm>
            <a:off x="320040" y="868680"/>
            <a:ext cx="8458200" cy="932688"/>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γ = 60°（Fz = +50 N）或 γ = 120°（Fz = −50 N）</a:t>
            </a:r>
            <a:endParaRPr lang="zh-TW" sz="2400"/>
          </a:p>
          <a:p>
            <a:pPr algn="l">
              <a:lnSpc>
                <a:spcPct val="100000"/>
              </a:lnSpc>
              <a:buNone/>
            </a:pPr>
            <a:r>
              <a:rPr lang="zh-TW" altLang="en-US" sz="2400" b="0" dirty="0">
                <a:solidFill>
                  <a:srgbClr val="2B3050"/>
                </a:solidFill>
                <a:latin typeface="Calibri"/>
                <a:ea typeface="微軟正黑體"/>
                <a:cs typeface="Calibri"/>
              </a:rPr>
              <a:t>　　Fx ≈ 70.7 N，Fy = 50 N</a:t>
            </a:r>
            <a:endParaRPr lang="zh-TW" sz="2400"/>
          </a:p>
        </p:txBody>
      </p:sp>
      <p:sp>
        <p:nvSpPr>
          <p:cNvPr id="12" name="T12"/>
          <p:cNvSpPr txBox="1"/>
          <p:nvPr/>
        </p:nvSpPr>
        <p:spPr>
          <a:xfrm>
            <a:off x="320040" y="1874520"/>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方向角三個不獨立，滿足 cos² 和為 1</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1-9　題目與思考重點</a:t>
            </a:r>
          </a:p>
        </p:txBody>
      </p:sp>
      <mc:AlternateContent xmlns:mc="http://schemas.openxmlformats.org/markup-compatibility/2006" xmlns:a14="http://schemas.microsoft.com/office/drawing/2010/main">
        <mc:Choice Requires="a14">
          <p:sp>
            <p:nvSpPr>
              <p:cNvPr id="11" name="T11"/>
              <p:cNvSpPr txBox="1"/>
              <p:nvPr/>
            </p:nvSpPr>
            <p:spPr>
              <a:xfrm>
                <a:off x="320040" y="868680"/>
                <a:ext cx="5577840" cy="1371600"/>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𝐹</m:t>
                      </m:r>
                      <m:r>
                        <a:rPr lang="en-US" altLang="zh-TW" sz="2400" b="0" i="0">
                          <a:solidFill>
                            <a:srgbClr val="2B3050"/>
                          </a:solidFill>
                          <a:latin typeface="Cambria Math" panose="02040503050406030204" pitchFamily="18" charset="0"/>
                          <a:ea typeface="Cambria Math"/>
                        </a:rPr>
                        <m:t> = 3</m:t>
                      </m:r>
                      <m:r>
                        <a:rPr lang="en-US" altLang="zh-TW" sz="2400" b="0" i="1">
                          <a:solidFill>
                            <a:srgbClr val="2B3050"/>
                          </a:solidFill>
                          <a:latin typeface="Cambria Math" panose="02040503050406030204" pitchFamily="18" charset="0"/>
                          <a:ea typeface="Cambria Math"/>
                        </a:rPr>
                        <m:t>𝑖</m:t>
                      </m:r>
                      <m:r>
                        <a:rPr lang="en-US" altLang="zh-TW" sz="2400" b="0" i="0">
                          <a:solidFill>
                            <a:srgbClr val="2B3050"/>
                          </a:solidFill>
                          <a:latin typeface="Cambria Math" panose="02040503050406030204" pitchFamily="18" charset="0"/>
                          <a:ea typeface="Cambria Math"/>
                        </a:rPr>
                        <m:t> + 2</m:t>
                      </m:r>
                      <m:r>
                        <a:rPr lang="en-US" altLang="zh-TW" sz="2400" b="0" i="1">
                          <a:solidFill>
                            <a:srgbClr val="2B3050"/>
                          </a:solidFill>
                          <a:latin typeface="Cambria Math" panose="02040503050406030204" pitchFamily="18" charset="0"/>
                          <a:ea typeface="Cambria Math"/>
                        </a:rPr>
                        <m:t>𝑗</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𝑘</m:t>
                      </m:r>
                    </m:oMath>
                  </m:oMathPara>
                </a14:m>
                <a:endParaRPr lang="zh-TW" sz="2400"/>
              </a:p>
              <a:p>
                <a:pPr algn="l">
                  <a:lnSpc>
                    <a:spcPct val="100000"/>
                  </a:lnSpc>
                  <a:buNone/>
                </a:pPr>
                <a:r>
                  <a:rPr lang="zh-TW" altLang="en-US" sz="2400" b="0" dirty="0">
                    <a:solidFill>
                      <a:srgbClr val="2B3050"/>
                    </a:solidFill>
                    <a:latin typeface="Calibri"/>
                    <a:ea typeface="微軟正黑體"/>
                    <a:cs typeface="Calibri"/>
                  </a:rPr>
                  <a:t>求：① 大小與單位向量</a:t>
                </a:r>
                <a:endParaRPr lang="zh-TW" sz="2400"/>
              </a:p>
              <a:p>
                <a:pPr algn="l">
                  <a:lnSpc>
                    <a:spcPct val="100000"/>
                  </a:lnSpc>
                  <a:buNone/>
                </a:pPr>
                <a:r>
                  <a:rPr lang="zh-TW" altLang="en-US" sz="2400" b="0" dirty="0">
                    <a:solidFill>
                      <a:srgbClr val="2B3050"/>
                    </a:solidFill>
                    <a:latin typeface="Calibri"/>
                    <a:ea typeface="微軟正黑體"/>
                    <a:cs typeface="Calibri"/>
                  </a:rPr>
                  <a:t>　　② 與三軸夾角 α、β、γ</a:t>
                </a:r>
                <a:endParaRPr lang="zh-TW" sz="2400"/>
              </a:p>
            </p:txBody>
          </p:sp>
        </mc:Choice>
        <mc:Fallback xmlns="">
          <p:pic>
            <p:nvPicPr>
              <p:cNvPr id="11" name="F11"/>
              <p:cNvPicPr/>
              <p:nvPr/>
            </p:nvPicPr>
            <p:blipFill>
              <a:blip r:embed="rId2"/>
              <a:stretch>
                <a:fillRect/>
              </a:stretch>
            </p:blipFill>
            <p:spPr>
              <a:xfrm>
                <a:off x="320040" y="868680"/>
                <a:ext cx="5577840" cy="1371600"/>
              </a:xfrm>
              <a:prstGeom prst="roundRect">
                <a:avLst/>
              </a:prstGeom>
              <a:solidFill>
                <a:srgbClr val="E8F4F6"/>
              </a:solidFill>
              <a:ln w="15875">
                <a:solidFill>
                  <a:srgbClr val="1F8899"/>
                </a:solidFill>
              </a:ln>
            </p:spPr>
          </p:pic>
        </mc:Fallback>
      </mc:AlternateContent>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1-3 向量的分量</a:t>
            </a:r>
            <a:endParaRPr lang="zh-TW" sz="2400"/>
          </a:p>
        </p:txBody>
      </p:sp>
      <p:sp>
        <p:nvSpPr>
          <p:cNvPr id="13" name="T13"/>
          <p:cNvSpPr txBox="1"/>
          <p:nvPr/>
        </p:nvSpPr>
        <p:spPr>
          <a:xfrm>
            <a:off x="320040" y="2350008"/>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3886200" y="2350008"/>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2807208"/>
            <a:ext cx="53949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大小 ＝ 三分量平方和開根號</a:t>
            </a:r>
            <a:endParaRPr lang="zh-TW" sz="2400"/>
          </a:p>
        </p:txBody>
      </p:sp>
      <p:sp>
        <p:nvSpPr>
          <p:cNvPr id="16" name="T16"/>
          <p:cNvSpPr txBox="1"/>
          <p:nvPr/>
        </p:nvSpPr>
        <p:spPr>
          <a:xfrm>
            <a:off x="502920" y="3246120"/>
            <a:ext cx="53949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單位向量 ＝ 向量 ÷ 大小</a:t>
            </a:r>
            <a:endParaRPr lang="zh-TW" sz="2400"/>
          </a:p>
        </p:txBody>
      </p:sp>
      <p:sp>
        <p:nvSpPr>
          <p:cNvPr id="17" name="T17"/>
          <p:cNvSpPr txBox="1"/>
          <p:nvPr/>
        </p:nvSpPr>
        <p:spPr>
          <a:xfrm>
            <a:off x="502920" y="3685032"/>
            <a:ext cx="53949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方向餘弦 ＝ 單位向量的三個分量</a:t>
            </a:r>
            <a:endParaRPr lang="zh-TW" sz="2400"/>
          </a:p>
        </p:txBody>
      </p:sp>
      <p:cxnSp>
        <p:nvCxnSpPr>
          <p:cNvPr id="18" name="L18"/>
          <p:cNvCxnSpPr/>
          <p:nvPr/>
        </p:nvCxnSpPr>
        <p:spPr>
          <a:xfrm>
            <a:off x="7223760" y="3246120"/>
            <a:ext cx="1737360" cy="0"/>
          </a:xfrm>
          <a:prstGeom prst="line">
            <a:avLst/>
          </a:prstGeom>
          <a:ln w="19050">
            <a:solidFill>
              <a:srgbClr val="2B3050"/>
            </a:solidFill>
            <a:tailEnd type="triangle" w="med" len="med"/>
          </a:ln>
        </p:spPr>
      </p:cxnSp>
      <p:cxnSp>
        <p:nvCxnSpPr>
          <p:cNvPr id="19" name="L19"/>
          <p:cNvCxnSpPr/>
          <p:nvPr/>
        </p:nvCxnSpPr>
        <p:spPr>
          <a:xfrm flipV="1">
            <a:off x="7223760" y="1234440"/>
            <a:ext cx="0" cy="2011680"/>
          </a:xfrm>
          <a:prstGeom prst="line">
            <a:avLst/>
          </a:prstGeom>
          <a:ln w="19050">
            <a:solidFill>
              <a:srgbClr val="2B3050"/>
            </a:solidFill>
            <a:tailEnd type="triangle" w="med" len="med"/>
          </a:ln>
        </p:spPr>
      </p:cxnSp>
      <p:cxnSp>
        <p:nvCxnSpPr>
          <p:cNvPr id="20" name="L20"/>
          <p:cNvCxnSpPr/>
          <p:nvPr/>
        </p:nvCxnSpPr>
        <p:spPr>
          <a:xfrm flipH="1">
            <a:off x="6217920" y="3246120"/>
            <a:ext cx="1005840" cy="822960"/>
          </a:xfrm>
          <a:prstGeom prst="line">
            <a:avLst/>
          </a:prstGeom>
          <a:ln w="19050">
            <a:solidFill>
              <a:srgbClr val="2B3050"/>
            </a:solidFill>
            <a:tailEnd type="triangle" w="med" len="med"/>
          </a:ln>
        </p:spPr>
      </p:cxnSp>
      <p:sp>
        <p:nvSpPr>
          <p:cNvPr id="21" name="T21"/>
          <p:cNvSpPr txBox="1"/>
          <p:nvPr/>
        </p:nvSpPr>
        <p:spPr>
          <a:xfrm>
            <a:off x="8823960" y="3264408"/>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22" name="T22"/>
          <p:cNvSpPr txBox="1"/>
          <p:nvPr/>
        </p:nvSpPr>
        <p:spPr>
          <a:xfrm>
            <a:off x="7269480" y="1005840"/>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Z</a:t>
            </a:r>
            <a:endParaRPr lang="zh-TW" sz="2400"/>
          </a:p>
        </p:txBody>
      </p:sp>
      <p:sp>
        <p:nvSpPr>
          <p:cNvPr id="23" name="T23"/>
          <p:cNvSpPr txBox="1"/>
          <p:nvPr/>
        </p:nvSpPr>
        <p:spPr>
          <a:xfrm>
            <a:off x="6035040" y="3886200"/>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cxnSp>
        <p:nvCxnSpPr>
          <p:cNvPr id="24" name="L24"/>
          <p:cNvCxnSpPr/>
          <p:nvPr/>
        </p:nvCxnSpPr>
        <p:spPr>
          <a:xfrm flipV="1">
            <a:off x="7223760" y="1874520"/>
            <a:ext cx="1188720" cy="1371600"/>
          </a:xfrm>
          <a:prstGeom prst="line">
            <a:avLst/>
          </a:prstGeom>
          <a:ln w="38100">
            <a:solidFill>
              <a:srgbClr val="D6006F"/>
            </a:solidFill>
            <a:tailEnd type="triangle" w="med" len="med"/>
          </a:ln>
        </p:spPr>
      </p:cxnSp>
      <p:sp>
        <p:nvSpPr>
          <p:cNvPr id="25" name="T25"/>
          <p:cNvSpPr txBox="1"/>
          <p:nvPr/>
        </p:nvSpPr>
        <p:spPr>
          <a:xfrm>
            <a:off x="8366760" y="1554480"/>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F</a:t>
            </a:r>
            <a:endParaRPr lang="zh-TW" sz="2400"/>
          </a:p>
        </p:txBody>
      </p:sp>
      <p:sp>
        <p:nvSpPr>
          <p:cNvPr id="26" name="T26"/>
          <p:cNvSpPr txBox="1"/>
          <p:nvPr/>
        </p:nvSpPr>
        <p:spPr>
          <a:xfrm>
            <a:off x="5943600" y="3749040"/>
            <a:ext cx="2926080" cy="411480"/>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示意圖</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1-9　解題重點</a:t>
            </a:r>
          </a:p>
        </p:txBody>
      </p:sp>
      <p:sp>
        <p:nvSpPr>
          <p:cNvPr id="11" name="S11"/>
          <p:cNvSpPr/>
          <p:nvPr/>
        </p:nvSpPr>
        <p:spPr>
          <a:xfrm>
            <a:off x="338328" y="97840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7840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mc:AlternateContent xmlns:mc="http://schemas.openxmlformats.org/markup-compatibility/2006" xmlns:a14="http://schemas.microsoft.com/office/drawing/2010/main">
        <mc:Choice Requires="a14">
          <p:sp>
            <p:nvSpPr>
              <p:cNvPr id="13" name="T13"/>
              <p:cNvSpPr txBox="1"/>
              <p:nvPr/>
            </p:nvSpPr>
            <p:spPr>
              <a:xfrm>
                <a:off x="777240" y="868680"/>
                <a:ext cx="800100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𝐹</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3</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2</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1</m:t>
                              </m:r>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14</m:t>
                          </m:r>
                        </m:e>
                      </m:rad>
                      <m:r>
                        <a:rPr lang="en-US" altLang="zh-TW" sz="2400" b="0" i="0">
                          <a:solidFill>
                            <a:srgbClr val="2B3050"/>
                          </a:solidFill>
                          <a:latin typeface="Cambria Math" panose="02040503050406030204" pitchFamily="18" charset="0"/>
                          <a:ea typeface="Cambria Math"/>
                        </a:rPr>
                        <m:t> ≈ 3.74</m:t>
                      </m:r>
                    </m:oMath>
                  </m:oMathPara>
                </a14:m>
                <a:endParaRPr lang="zh-TW" sz="2400"/>
              </a:p>
            </p:txBody>
          </p:sp>
        </mc:Choice>
        <mc:Fallback xmlns="">
          <p:pic>
            <p:nvPicPr>
              <p:cNvPr id="13" name="F13"/>
              <p:cNvPicPr/>
              <p:nvPr/>
            </p:nvPicPr>
            <p:blipFill>
              <a:blip r:embed="rId2"/>
              <a:stretch>
                <a:fillRect/>
              </a:stretch>
            </p:blipFill>
            <p:spPr>
              <a:xfrm>
                <a:off x="777240" y="868680"/>
                <a:ext cx="8001000" cy="548640"/>
              </a:xfrm>
              <a:prstGeom prst="rect">
                <a:avLst/>
              </a:prstGeom>
              <a:noFill/>
              <a:ln>
                <a:noFill/>
              </a:ln>
            </p:spPr>
          </p:pic>
        </mc:Fallback>
      </mc:AlternateContent>
      <p:sp>
        <p:nvSpPr>
          <p:cNvPr id="14" name="S14"/>
          <p:cNvSpPr/>
          <p:nvPr/>
        </p:nvSpPr>
        <p:spPr>
          <a:xfrm>
            <a:off x="338328" y="174650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74650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777240" y="1453896"/>
                <a:ext cx="8001000" cy="91440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𝑒</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3</m:t>
                          </m:r>
                        </m:num>
                        <m:den>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14</m:t>
                              </m:r>
                            </m:e>
                          </m:rad>
                        </m:den>
                      </m:f>
                      <m:r>
                        <a:rPr lang="en-US" altLang="zh-TW" sz="2400" b="0" i="1">
                          <a:solidFill>
                            <a:srgbClr val="2B3050"/>
                          </a:solidFill>
                          <a:latin typeface="Cambria Math" panose="02040503050406030204" pitchFamily="18" charset="0"/>
                          <a:ea typeface="Cambria Math"/>
                        </a:rPr>
                        <m:t>𝑖</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2</m:t>
                          </m:r>
                        </m:num>
                        <m:den>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14</m:t>
                              </m:r>
                            </m:e>
                          </m:rad>
                        </m:den>
                      </m:f>
                      <m:r>
                        <a:rPr lang="en-US" altLang="zh-TW" sz="2400" b="0" i="1">
                          <a:solidFill>
                            <a:srgbClr val="2B3050"/>
                          </a:solidFill>
                          <a:latin typeface="Cambria Math" panose="02040503050406030204" pitchFamily="18" charset="0"/>
                          <a:ea typeface="Cambria Math"/>
                        </a:rPr>
                        <m:t>𝑗</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14</m:t>
                              </m:r>
                            </m:e>
                          </m:rad>
                        </m:den>
                      </m:f>
                      <m:r>
                        <a:rPr lang="en-US" altLang="zh-TW" sz="2400" b="0" i="1">
                          <a:solidFill>
                            <a:srgbClr val="2B3050"/>
                          </a:solidFill>
                          <a:latin typeface="Cambria Math" panose="02040503050406030204" pitchFamily="18" charset="0"/>
                          <a:ea typeface="Cambria Math"/>
                        </a:rPr>
                        <m:t>𝑘</m:t>
                      </m:r>
                      <m:r>
                        <a:rPr lang="en-US" altLang="zh-TW" sz="2400" b="0" i="0">
                          <a:solidFill>
                            <a:srgbClr val="2B3050"/>
                          </a:solidFill>
                          <a:latin typeface="Cambria Math" panose="02040503050406030204" pitchFamily="18" charset="0"/>
                          <a:ea typeface="Cambria Math"/>
                        </a:rPr>
                        <m:t> ≈ 0.802</m:t>
                      </m:r>
                      <m:r>
                        <a:rPr lang="en-US" altLang="zh-TW" sz="2400" b="0" i="1">
                          <a:solidFill>
                            <a:srgbClr val="2B3050"/>
                          </a:solidFill>
                          <a:latin typeface="Cambria Math" panose="02040503050406030204" pitchFamily="18" charset="0"/>
                          <a:ea typeface="Cambria Math"/>
                        </a:rPr>
                        <m:t>𝑖</m:t>
                      </m:r>
                      <m:r>
                        <a:rPr lang="en-US" altLang="zh-TW" sz="2400" b="0" i="0">
                          <a:solidFill>
                            <a:srgbClr val="2B3050"/>
                          </a:solidFill>
                          <a:latin typeface="Cambria Math" panose="02040503050406030204" pitchFamily="18" charset="0"/>
                          <a:ea typeface="Cambria Math"/>
                        </a:rPr>
                        <m:t> + 0.535</m:t>
                      </m:r>
                      <m:r>
                        <a:rPr lang="en-US" altLang="zh-TW" sz="2400" b="0" i="1">
                          <a:solidFill>
                            <a:srgbClr val="2B3050"/>
                          </a:solidFill>
                          <a:latin typeface="Cambria Math" panose="02040503050406030204" pitchFamily="18" charset="0"/>
                          <a:ea typeface="Cambria Math"/>
                        </a:rPr>
                        <m:t>𝑗</m:t>
                      </m:r>
                      <m:r>
                        <a:rPr lang="en-US" altLang="zh-TW" sz="2400" b="0" i="0">
                          <a:solidFill>
                            <a:srgbClr val="2B3050"/>
                          </a:solidFill>
                          <a:latin typeface="Cambria Math" panose="02040503050406030204" pitchFamily="18" charset="0"/>
                          <a:ea typeface="Cambria Math"/>
                        </a:rPr>
                        <m:t> + 0.267</m:t>
                      </m:r>
                      <m:r>
                        <a:rPr lang="en-US" altLang="zh-TW" sz="2400" b="0" i="1">
                          <a:solidFill>
                            <a:srgbClr val="2B3050"/>
                          </a:solidFill>
                          <a:latin typeface="Cambria Math" panose="02040503050406030204" pitchFamily="18" charset="0"/>
                          <a:ea typeface="Cambria Math"/>
                        </a:rPr>
                        <m:t>𝑘</m:t>
                      </m:r>
                    </m:oMath>
                  </m:oMathPara>
                </a14:m>
                <a:endParaRPr lang="zh-TW" sz="2400"/>
              </a:p>
            </p:txBody>
          </p:sp>
        </mc:Choice>
        <mc:Fallback xmlns="">
          <p:pic>
            <p:nvPicPr>
              <p:cNvPr id="16" name="F16"/>
              <p:cNvPicPr/>
              <p:nvPr/>
            </p:nvPicPr>
            <p:blipFill>
              <a:blip r:embed="rId3"/>
              <a:stretch>
                <a:fillRect/>
              </a:stretch>
            </p:blipFill>
            <p:spPr>
              <a:xfrm>
                <a:off x="777240" y="1453896"/>
                <a:ext cx="8001000" cy="914400"/>
              </a:xfrm>
              <a:prstGeom prst="rect">
                <a:avLst/>
              </a:prstGeom>
              <a:noFill/>
              <a:ln>
                <a:noFill/>
              </a:ln>
            </p:spPr>
          </p:pic>
        </mc:Fallback>
      </mc:AlternateContent>
      <p:sp>
        <p:nvSpPr>
          <p:cNvPr id="17" name="S17"/>
          <p:cNvSpPr/>
          <p:nvPr/>
        </p:nvSpPr>
        <p:spPr>
          <a:xfrm>
            <a:off x="338328" y="2468880"/>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246888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2404872"/>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α = cos⁻¹(3/√14) ≈ 36.7°，β ≈ 57.7°，γ ≈ 74.5°</a:t>
            </a:r>
            <a:endParaRPr lang="zh-TW" sz="2400"/>
          </a:p>
        </p:txBody>
      </p:sp>
      <p:sp>
        <p:nvSpPr>
          <p:cNvPr id="20" name="T20"/>
          <p:cNvSpPr txBox="1"/>
          <p:nvPr/>
        </p:nvSpPr>
        <p:spPr>
          <a:xfrm>
            <a:off x="320040" y="2953512"/>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|F| = √14 ≈ 3.74，α ≈ 36.7°，β ≈ 57.7°，γ ≈ 74.5°</a:t>
            </a:r>
            <a:endParaRPr lang="zh-TW" sz="2400"/>
          </a:p>
        </p:txBody>
      </p:sp>
      <p:sp>
        <p:nvSpPr>
          <p:cNvPr id="21" name="T21"/>
          <p:cNvSpPr txBox="1"/>
          <p:nvPr/>
        </p:nvSpPr>
        <p:spPr>
          <a:xfrm>
            <a:off x="320040" y="3538728"/>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驗算 cos²α + cos²β + cos²γ = 14／14 = 1 ✓</a:t>
            </a:r>
            <a:endParaRPr lang="zh-TW" sz="2400"/>
          </a:p>
        </p:txBody>
      </p:sp>
      <p:sp>
        <p:nvSpPr>
          <p:cNvPr id="22" name="T22"/>
          <p:cNvSpPr txBox="1"/>
          <p:nvPr/>
        </p:nvSpPr>
        <p:spPr>
          <a:xfrm>
            <a:off x="320040" y="4069080"/>
            <a:ext cx="84582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註：課本原題未標 F 的單位，故答案不加 N。</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1-10　題目與思考重點</a:t>
            </a:r>
          </a:p>
        </p:txBody>
      </p:sp>
      <p:sp>
        <p:nvSpPr>
          <p:cNvPr id="11" name="T11"/>
          <p:cNvSpPr txBox="1"/>
          <p:nvPr/>
        </p:nvSpPr>
        <p:spPr>
          <a:xfrm>
            <a:off x="320040" y="868680"/>
            <a:ext cx="5577840" cy="1371600"/>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作用力 F = 150 N，</a:t>
            </a:r>
            <a:endParaRPr lang="zh-TW" sz="2400"/>
          </a:p>
          <a:p>
            <a:pPr algn="l">
              <a:lnSpc>
                <a:spcPct val="100000"/>
              </a:lnSpc>
              <a:buNone/>
            </a:pPr>
            <a:r>
              <a:rPr lang="zh-TW" altLang="en-US" sz="2400" b="0" dirty="0">
                <a:solidFill>
                  <a:srgbClr val="2B3050"/>
                </a:solidFill>
                <a:latin typeface="Calibri"/>
                <a:ea typeface="微軟正黑體"/>
                <a:cs typeface="Calibri"/>
              </a:rPr>
              <a:t>方向指向 2i + j + 2k。</a:t>
            </a:r>
            <a:endParaRPr lang="zh-TW" sz="2400"/>
          </a:p>
          <a:p>
            <a:pPr algn="l">
              <a:lnSpc>
                <a:spcPct val="100000"/>
              </a:lnSpc>
              <a:buNone/>
            </a:pPr>
            <a:r>
              <a:rPr lang="zh-TW" altLang="en-US" sz="2400" b="0" dirty="0">
                <a:solidFill>
                  <a:srgbClr val="2B3050"/>
                </a:solidFill>
                <a:latin typeface="Calibri"/>
                <a:ea typeface="微軟正黑體"/>
                <a:cs typeface="Calibri"/>
              </a:rPr>
              <a:t>求三軸分量與夾角 α、β、γ。</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1-3 向量的分量</a:t>
            </a:r>
            <a:endParaRPr lang="zh-TW" sz="2400"/>
          </a:p>
        </p:txBody>
      </p:sp>
      <p:sp>
        <p:nvSpPr>
          <p:cNvPr id="13" name="T13"/>
          <p:cNvSpPr txBox="1"/>
          <p:nvPr/>
        </p:nvSpPr>
        <p:spPr>
          <a:xfrm>
            <a:off x="320040" y="2350008"/>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3886200" y="2350008"/>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2807208"/>
            <a:ext cx="5394960" cy="85039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方向向量長度不是 1，要先變單位向量</a:t>
            </a:r>
            <a:endParaRPr lang="zh-TW" sz="2400"/>
          </a:p>
        </p:txBody>
      </p:sp>
      <p:sp>
        <p:nvSpPr>
          <p:cNvPr id="16" name="T16"/>
          <p:cNvSpPr txBox="1"/>
          <p:nvPr/>
        </p:nvSpPr>
        <p:spPr>
          <a:xfrm>
            <a:off x="502920" y="3657600"/>
            <a:ext cx="53949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單位向量 ＝ 方向向量 ÷ 它的大小</a:t>
            </a:r>
            <a:endParaRPr lang="zh-TW" sz="2400"/>
          </a:p>
        </p:txBody>
      </p:sp>
      <p:sp>
        <p:nvSpPr>
          <p:cNvPr id="17" name="T17"/>
          <p:cNvSpPr txBox="1"/>
          <p:nvPr/>
        </p:nvSpPr>
        <p:spPr>
          <a:xfrm>
            <a:off x="502920" y="4096512"/>
            <a:ext cx="53949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力 ＝ 150 × 單位向量</a:t>
            </a:r>
            <a:endParaRPr lang="zh-TW" sz="2400"/>
          </a:p>
        </p:txBody>
      </p:sp>
      <p:cxnSp>
        <p:nvCxnSpPr>
          <p:cNvPr id="18" name="L18"/>
          <p:cNvCxnSpPr/>
          <p:nvPr/>
        </p:nvCxnSpPr>
        <p:spPr>
          <a:xfrm>
            <a:off x="7223760" y="3246120"/>
            <a:ext cx="1737360" cy="0"/>
          </a:xfrm>
          <a:prstGeom prst="line">
            <a:avLst/>
          </a:prstGeom>
          <a:ln w="19050">
            <a:solidFill>
              <a:srgbClr val="2B3050"/>
            </a:solidFill>
            <a:tailEnd type="triangle" w="med" len="med"/>
          </a:ln>
        </p:spPr>
      </p:cxnSp>
      <p:cxnSp>
        <p:nvCxnSpPr>
          <p:cNvPr id="19" name="L19"/>
          <p:cNvCxnSpPr/>
          <p:nvPr/>
        </p:nvCxnSpPr>
        <p:spPr>
          <a:xfrm flipV="1">
            <a:off x="7223760" y="1234440"/>
            <a:ext cx="0" cy="2011680"/>
          </a:xfrm>
          <a:prstGeom prst="line">
            <a:avLst/>
          </a:prstGeom>
          <a:ln w="19050">
            <a:solidFill>
              <a:srgbClr val="2B3050"/>
            </a:solidFill>
            <a:tailEnd type="triangle" w="med" len="med"/>
          </a:ln>
        </p:spPr>
      </p:cxnSp>
      <p:cxnSp>
        <p:nvCxnSpPr>
          <p:cNvPr id="20" name="L20"/>
          <p:cNvCxnSpPr/>
          <p:nvPr/>
        </p:nvCxnSpPr>
        <p:spPr>
          <a:xfrm flipH="1">
            <a:off x="6217920" y="3246120"/>
            <a:ext cx="1005840" cy="822960"/>
          </a:xfrm>
          <a:prstGeom prst="line">
            <a:avLst/>
          </a:prstGeom>
          <a:ln w="19050">
            <a:solidFill>
              <a:srgbClr val="2B3050"/>
            </a:solidFill>
            <a:tailEnd type="triangle" w="med" len="med"/>
          </a:ln>
        </p:spPr>
      </p:cxnSp>
      <p:sp>
        <p:nvSpPr>
          <p:cNvPr id="21" name="T21"/>
          <p:cNvSpPr txBox="1"/>
          <p:nvPr/>
        </p:nvSpPr>
        <p:spPr>
          <a:xfrm>
            <a:off x="8823960" y="3264408"/>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22" name="T22"/>
          <p:cNvSpPr txBox="1"/>
          <p:nvPr/>
        </p:nvSpPr>
        <p:spPr>
          <a:xfrm>
            <a:off x="7269480" y="1005840"/>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Z</a:t>
            </a:r>
            <a:endParaRPr lang="zh-TW" sz="2400"/>
          </a:p>
        </p:txBody>
      </p:sp>
      <p:sp>
        <p:nvSpPr>
          <p:cNvPr id="23" name="T23"/>
          <p:cNvSpPr txBox="1"/>
          <p:nvPr/>
        </p:nvSpPr>
        <p:spPr>
          <a:xfrm>
            <a:off x="6035040" y="3886200"/>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cxnSp>
        <p:nvCxnSpPr>
          <p:cNvPr id="24" name="L24"/>
          <p:cNvCxnSpPr/>
          <p:nvPr/>
        </p:nvCxnSpPr>
        <p:spPr>
          <a:xfrm flipV="1">
            <a:off x="7223760" y="1874520"/>
            <a:ext cx="1188720" cy="1371600"/>
          </a:xfrm>
          <a:prstGeom prst="line">
            <a:avLst/>
          </a:prstGeom>
          <a:ln w="38100">
            <a:solidFill>
              <a:srgbClr val="D6006F"/>
            </a:solidFill>
            <a:tailEnd type="triangle" w="med" len="med"/>
          </a:ln>
        </p:spPr>
      </p:cxnSp>
      <p:sp>
        <p:nvSpPr>
          <p:cNvPr id="25" name="T25"/>
          <p:cNvSpPr txBox="1"/>
          <p:nvPr/>
        </p:nvSpPr>
        <p:spPr>
          <a:xfrm>
            <a:off x="8366760" y="1554480"/>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F</a:t>
            </a:r>
            <a:endParaRPr lang="zh-TW" sz="2400"/>
          </a:p>
        </p:txBody>
      </p:sp>
      <p:sp>
        <p:nvSpPr>
          <p:cNvPr id="26" name="T26"/>
          <p:cNvSpPr txBox="1"/>
          <p:nvPr/>
        </p:nvSpPr>
        <p:spPr>
          <a:xfrm>
            <a:off x="5943600" y="3749040"/>
            <a:ext cx="2926080" cy="411480"/>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示意圖</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1-10　解題重點</a:t>
            </a:r>
          </a:p>
        </p:txBody>
      </p:sp>
      <p:sp>
        <p:nvSpPr>
          <p:cNvPr id="11" name="S11"/>
          <p:cNvSpPr/>
          <p:nvPr/>
        </p:nvSpPr>
        <p:spPr>
          <a:xfrm>
            <a:off x="338328" y="113842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113842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mc:AlternateContent xmlns:mc="http://schemas.openxmlformats.org/markup-compatibility/2006" xmlns:a14="http://schemas.microsoft.com/office/drawing/2010/main">
        <mc:Choice Requires="a14">
          <p:sp>
            <p:nvSpPr>
              <p:cNvPr id="13" name="T13"/>
              <p:cNvSpPr txBox="1"/>
              <p:nvPr/>
            </p:nvSpPr>
            <p:spPr>
              <a:xfrm>
                <a:off x="777240" y="868680"/>
                <a:ext cx="8001000" cy="86868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𝑖</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𝑗</m:t>
                      </m:r>
                      <m:r>
                        <a:rPr lang="en-US" altLang="zh-TW" sz="2400" b="0" i="0">
                          <a:solidFill>
                            <a:srgbClr val="2B3050"/>
                          </a:solidFill>
                          <a:latin typeface="Cambria Math" panose="02040503050406030204" pitchFamily="18" charset="0"/>
                          <a:ea typeface="Cambria Math"/>
                        </a:rPr>
                        <m:t> + 2</m:t>
                      </m:r>
                      <m:r>
                        <a:rPr lang="en-US" altLang="zh-TW" sz="2400" b="0" i="1">
                          <a:solidFill>
                            <a:srgbClr val="2B3050"/>
                          </a:solidFill>
                          <a:latin typeface="Cambria Math" panose="02040503050406030204" pitchFamily="18" charset="0"/>
                          <a:ea typeface="Cambria Math"/>
                        </a:rPr>
                        <m:t>𝑘</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9</m:t>
                          </m:r>
                        </m:e>
                      </m:rad>
                      <m:r>
                        <a:rPr lang="en-US" altLang="zh-TW" sz="2400" b="0" i="0">
                          <a:solidFill>
                            <a:srgbClr val="2B3050"/>
                          </a:solidFill>
                          <a:latin typeface="Cambria Math" panose="02040503050406030204" pitchFamily="18" charset="0"/>
                          <a:ea typeface="Cambria Math"/>
                        </a:rPr>
                        <m:t> = 3　→　</m:t>
                      </m:r>
                      <m:r>
                        <a:rPr lang="en-US" altLang="zh-TW" sz="2400" b="0" i="1">
                          <a:solidFill>
                            <a:srgbClr val="2B3050"/>
                          </a:solidFill>
                          <a:latin typeface="Cambria Math" panose="02040503050406030204" pitchFamily="18" charset="0"/>
                          <a:ea typeface="Cambria Math"/>
                        </a:rPr>
                        <m:t>𝑒</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2</m:t>
                          </m:r>
                        </m:num>
                        <m:den>
                          <m:r>
                            <a:rPr lang="en-US" altLang="zh-TW" sz="2400" b="0" i="0">
                              <a:solidFill>
                                <a:srgbClr val="2B3050"/>
                              </a:solidFill>
                              <a:latin typeface="Cambria Math" panose="02040503050406030204" pitchFamily="18" charset="0"/>
                              <a:ea typeface="Cambria Math"/>
                            </a:rPr>
                            <m:t>3</m:t>
                          </m:r>
                        </m:den>
                      </m:f>
                      <m:r>
                        <a:rPr lang="en-US" altLang="zh-TW" sz="2400" b="0" i="1">
                          <a:solidFill>
                            <a:srgbClr val="2B3050"/>
                          </a:solidFill>
                          <a:latin typeface="Cambria Math" panose="02040503050406030204" pitchFamily="18" charset="0"/>
                          <a:ea typeface="Cambria Math"/>
                        </a:rPr>
                        <m:t>𝑖</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3</m:t>
                          </m:r>
                        </m:den>
                      </m:f>
                      <m:r>
                        <a:rPr lang="en-US" altLang="zh-TW" sz="2400" b="0" i="1">
                          <a:solidFill>
                            <a:srgbClr val="2B3050"/>
                          </a:solidFill>
                          <a:latin typeface="Cambria Math" panose="02040503050406030204" pitchFamily="18" charset="0"/>
                          <a:ea typeface="Cambria Math"/>
                        </a:rPr>
                        <m:t>𝑗</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2</m:t>
                          </m:r>
                        </m:num>
                        <m:den>
                          <m:r>
                            <a:rPr lang="en-US" altLang="zh-TW" sz="2400" b="0" i="0">
                              <a:solidFill>
                                <a:srgbClr val="2B3050"/>
                              </a:solidFill>
                              <a:latin typeface="Cambria Math" panose="02040503050406030204" pitchFamily="18" charset="0"/>
                              <a:ea typeface="Cambria Math"/>
                            </a:rPr>
                            <m:t>3</m:t>
                          </m:r>
                        </m:den>
                      </m:f>
                      <m:r>
                        <a:rPr lang="en-US" altLang="zh-TW" sz="2400" b="0" i="1">
                          <a:solidFill>
                            <a:srgbClr val="2B3050"/>
                          </a:solidFill>
                          <a:latin typeface="Cambria Math" panose="02040503050406030204" pitchFamily="18" charset="0"/>
                          <a:ea typeface="Cambria Math"/>
                        </a:rPr>
                        <m:t>𝑘</m:t>
                      </m:r>
                    </m:oMath>
                  </m:oMathPara>
                </a14:m>
                <a:endParaRPr lang="zh-TW" sz="2400"/>
              </a:p>
            </p:txBody>
          </p:sp>
        </mc:Choice>
        <mc:Fallback xmlns="">
          <p:pic>
            <p:nvPicPr>
              <p:cNvPr id="13" name="F13"/>
              <p:cNvPicPr/>
              <p:nvPr/>
            </p:nvPicPr>
            <p:blipFill>
              <a:blip r:embed="rId2"/>
              <a:stretch>
                <a:fillRect/>
              </a:stretch>
            </p:blipFill>
            <p:spPr>
              <a:xfrm>
                <a:off x="777240" y="868680"/>
                <a:ext cx="8001000" cy="868680"/>
              </a:xfrm>
              <a:prstGeom prst="rect">
                <a:avLst/>
              </a:prstGeom>
              <a:noFill/>
              <a:ln>
                <a:noFill/>
              </a:ln>
            </p:spPr>
          </p:pic>
        </mc:Fallback>
      </mc:AlternateContent>
      <p:sp>
        <p:nvSpPr>
          <p:cNvPr id="14" name="S14"/>
          <p:cNvSpPr/>
          <p:nvPr/>
        </p:nvSpPr>
        <p:spPr>
          <a:xfrm>
            <a:off x="338328" y="183794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83794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773936"/>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F = 150 e = 100i + 50j + 100k (N)</a:t>
            </a:r>
            <a:endParaRPr lang="zh-TW" sz="2400"/>
          </a:p>
        </p:txBody>
      </p:sp>
      <p:sp>
        <p:nvSpPr>
          <p:cNvPr id="17" name="S17"/>
          <p:cNvSpPr/>
          <p:nvPr/>
        </p:nvSpPr>
        <p:spPr>
          <a:xfrm>
            <a:off x="338328" y="2331720"/>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233172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2267712"/>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α = γ = cos⁻¹(2/3) ≈ 48.2°，β = cos⁻¹(1/3) ≈ 70.5°</a:t>
            </a:r>
            <a:endParaRPr lang="zh-TW" sz="2400"/>
          </a:p>
        </p:txBody>
      </p:sp>
      <p:sp>
        <p:nvSpPr>
          <p:cNvPr id="20" name="T20"/>
          <p:cNvSpPr txBox="1"/>
          <p:nvPr/>
        </p:nvSpPr>
        <p:spPr>
          <a:xfrm>
            <a:off x="320040" y="2816352"/>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F = 100i + 50j + 100k N；α = γ ≈ 48.2°，β ≈ 70.5°</a:t>
            </a:r>
            <a:endParaRPr lang="zh-TW" sz="2400"/>
          </a:p>
        </p:txBody>
      </p:sp>
      <p:sp>
        <p:nvSpPr>
          <p:cNvPr id="21" name="T21"/>
          <p:cNvSpPr txBox="1"/>
          <p:nvPr/>
        </p:nvSpPr>
        <p:spPr>
          <a:xfrm>
            <a:off x="320040" y="3401568"/>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驗算 4/9 + 1/9 + 4/9 = 1 ✓</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第 2 章（一）直線運動</a:t>
            </a:r>
          </a:p>
        </p:txBody>
      </p:sp>
      <p:sp>
        <p:nvSpPr>
          <p:cNvPr id="11" name="T11"/>
          <p:cNvSpPr txBox="1"/>
          <p:nvPr/>
        </p:nvSpPr>
        <p:spPr>
          <a:xfrm>
            <a:off x="320040" y="868680"/>
            <a:ext cx="84582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2-1 定義、2-2 圖解法（動滑輪例題 2-7～2-10 不收錄）</a:t>
            </a:r>
            <a:endParaRPr lang="zh-TW" sz="2400"/>
          </a:p>
        </p:txBody>
      </p:sp>
      <p:sp>
        <p:nvSpPr>
          <p:cNvPr id="12" name="T12"/>
          <p:cNvSpPr txBox="1"/>
          <p:nvPr/>
        </p:nvSpPr>
        <p:spPr>
          <a:xfrm>
            <a:off x="548640" y="1463040"/>
            <a:ext cx="310896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例題 2-1</a:t>
            </a:r>
            <a:endParaRPr lang="zh-TW" sz="2400"/>
          </a:p>
        </p:txBody>
      </p:sp>
      <p:sp>
        <p:nvSpPr>
          <p:cNvPr id="13" name="T13"/>
          <p:cNvSpPr txBox="1"/>
          <p:nvPr/>
        </p:nvSpPr>
        <p:spPr>
          <a:xfrm>
            <a:off x="3794760" y="1463040"/>
            <a:ext cx="498348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由 s(t) 微分求 v、a</a:t>
            </a:r>
            <a:endParaRPr lang="zh-TW" sz="2400"/>
          </a:p>
        </p:txBody>
      </p:sp>
      <p:sp>
        <p:nvSpPr>
          <p:cNvPr id="14" name="T14"/>
          <p:cNvSpPr txBox="1"/>
          <p:nvPr/>
        </p:nvSpPr>
        <p:spPr>
          <a:xfrm>
            <a:off x="548640" y="1975104"/>
            <a:ext cx="310896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例題 2-2</a:t>
            </a:r>
            <a:endParaRPr lang="zh-TW" sz="2400"/>
          </a:p>
        </p:txBody>
      </p:sp>
      <p:sp>
        <p:nvSpPr>
          <p:cNvPr id="15" name="T15"/>
          <p:cNvSpPr txBox="1"/>
          <p:nvPr/>
        </p:nvSpPr>
        <p:spPr>
          <a:xfrm>
            <a:off x="3794760" y="1975104"/>
            <a:ext cx="498348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自由落體（等加速度）</a:t>
            </a:r>
            <a:endParaRPr lang="zh-TW" sz="2400"/>
          </a:p>
        </p:txBody>
      </p:sp>
      <p:sp>
        <p:nvSpPr>
          <p:cNvPr id="16" name="T16"/>
          <p:cNvSpPr txBox="1"/>
          <p:nvPr/>
        </p:nvSpPr>
        <p:spPr>
          <a:xfrm>
            <a:off x="548640" y="2487168"/>
            <a:ext cx="310896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例題 2-3～2-6</a:t>
            </a:r>
            <a:endParaRPr lang="zh-TW" sz="2400"/>
          </a:p>
        </p:txBody>
      </p:sp>
      <p:sp>
        <p:nvSpPr>
          <p:cNvPr id="17" name="T17"/>
          <p:cNvSpPr txBox="1"/>
          <p:nvPr/>
        </p:nvSpPr>
        <p:spPr>
          <a:xfrm>
            <a:off x="3794760" y="2487168"/>
            <a:ext cx="498348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圖解法：面積與斜率</a:t>
            </a:r>
            <a:endParaRPr lang="zh-TW"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　題目與思考重點</a:t>
            </a:r>
          </a:p>
        </p:txBody>
      </p:sp>
      <p:sp>
        <p:nvSpPr>
          <p:cNvPr id="11" name="T11"/>
          <p:cNvSpPr txBox="1"/>
          <p:nvPr/>
        </p:nvSpPr>
        <p:spPr>
          <a:xfrm>
            <a:off x="320040" y="868680"/>
            <a:ext cx="8458200" cy="1792224"/>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s = t³ + 4t − 6（m，t 以 s 計），求：</a:t>
            </a:r>
            <a:endParaRPr lang="zh-TW" sz="2400"/>
          </a:p>
          <a:p>
            <a:pPr algn="l">
              <a:lnSpc>
                <a:spcPct val="100000"/>
              </a:lnSpc>
              <a:buNone/>
            </a:pPr>
            <a:r>
              <a:rPr lang="zh-TW" altLang="en-US" sz="2400" b="0" dirty="0">
                <a:solidFill>
                  <a:srgbClr val="2B3050"/>
                </a:solidFill>
                <a:latin typeface="Calibri"/>
                <a:ea typeface="微軟正黑體"/>
                <a:cs typeface="Calibri"/>
              </a:rPr>
              <a:t>(a) 速度增為 112 m/s 所需時間</a:t>
            </a:r>
            <a:endParaRPr lang="zh-TW" sz="2400"/>
          </a:p>
          <a:p>
            <a:pPr algn="l">
              <a:lnSpc>
                <a:spcPct val="100000"/>
              </a:lnSpc>
              <a:buNone/>
            </a:pPr>
            <a:r>
              <a:rPr lang="zh-TW" altLang="en-US" sz="2400" b="0" dirty="0">
                <a:solidFill>
                  <a:srgbClr val="2B3050"/>
                </a:solidFill>
                <a:latin typeface="Calibri"/>
                <a:ea typeface="微軟正黑體"/>
                <a:cs typeface="Calibri"/>
              </a:rPr>
              <a:t>(b) v = 52 m/s 時的加速度</a:t>
            </a:r>
            <a:endParaRPr lang="zh-TW" sz="2400"/>
          </a:p>
          <a:p>
            <a:pPr algn="l">
              <a:lnSpc>
                <a:spcPct val="100000"/>
              </a:lnSpc>
              <a:buNone/>
            </a:pPr>
            <a:r>
              <a:rPr lang="zh-TW" altLang="en-US" sz="2400" b="0" dirty="0">
                <a:solidFill>
                  <a:srgbClr val="2B3050"/>
                </a:solidFill>
                <a:latin typeface="Calibri"/>
                <a:ea typeface="微軟正黑體"/>
                <a:cs typeface="Calibri"/>
              </a:rPr>
              <a:t>(c) t = 1 至 5 s 的位移</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2-1 位移與速度</a:t>
            </a:r>
            <a:endParaRPr lang="zh-TW" sz="2400"/>
          </a:p>
        </p:txBody>
      </p:sp>
      <p:sp>
        <p:nvSpPr>
          <p:cNvPr id="13" name="T13"/>
          <p:cNvSpPr txBox="1"/>
          <p:nvPr/>
        </p:nvSpPr>
        <p:spPr>
          <a:xfrm>
            <a:off x="320040" y="2770632"/>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6766560" y="2770632"/>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3227832"/>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已知 s(t) → 往下微分</a:t>
            </a:r>
            <a:endParaRPr lang="zh-TW" sz="2400"/>
          </a:p>
        </p:txBody>
      </p:sp>
      <p:sp>
        <p:nvSpPr>
          <p:cNvPr id="16" name="T16"/>
          <p:cNvSpPr txBox="1"/>
          <p:nvPr/>
        </p:nvSpPr>
        <p:spPr>
          <a:xfrm>
            <a:off x="502920" y="3666744"/>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時間由 t = 0 起算（t ≥ 0），負根不合</a:t>
            </a:r>
            <a:endParaRPr lang="zh-TW" sz="2400"/>
          </a:p>
        </p:txBody>
      </p:sp>
      <p:sp>
        <p:nvSpPr>
          <p:cNvPr id="17" name="T17"/>
          <p:cNvSpPr txBox="1"/>
          <p:nvPr/>
        </p:nvSpPr>
        <p:spPr>
          <a:xfrm>
            <a:off x="502920" y="4105656"/>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位移只看頭尾：Δs = s(5) − s(1)</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　解題重點</a:t>
            </a:r>
          </a:p>
        </p:txBody>
      </p:sp>
      <p:sp>
        <p:nvSpPr>
          <p:cNvPr id="11" name="S11"/>
          <p:cNvSpPr/>
          <p:nvPr/>
        </p:nvSpPr>
        <p:spPr>
          <a:xfrm>
            <a:off x="338328" y="93268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3268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v = ds/dt = 3t² + 4 (m/s)，a = dv/dt = 6t (m/s²)</a:t>
            </a:r>
            <a:endParaRPr lang="zh-TW" sz="2400"/>
          </a:p>
        </p:txBody>
      </p:sp>
      <p:sp>
        <p:nvSpPr>
          <p:cNvPr id="14" name="S14"/>
          <p:cNvSpPr/>
          <p:nvPr/>
        </p:nvSpPr>
        <p:spPr>
          <a:xfrm>
            <a:off x="338328" y="142646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42646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362456"/>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(a) 112 = 3t² + 4 → t² = 36 → t = 6 s（t ≥ 0）</a:t>
            </a:r>
            <a:endParaRPr lang="zh-TW" sz="2400"/>
          </a:p>
        </p:txBody>
      </p:sp>
      <p:sp>
        <p:nvSpPr>
          <p:cNvPr id="17" name="S17"/>
          <p:cNvSpPr/>
          <p:nvPr/>
        </p:nvSpPr>
        <p:spPr>
          <a:xfrm>
            <a:off x="338328" y="1920240"/>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192024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1856232"/>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(b) 52 = 3t² + 4 → t = 4 s → a = 6(4) = 24 m/s²</a:t>
            </a:r>
            <a:endParaRPr lang="zh-TW" sz="2400"/>
          </a:p>
        </p:txBody>
      </p:sp>
      <p:sp>
        <p:nvSpPr>
          <p:cNvPr id="20" name="S20"/>
          <p:cNvSpPr/>
          <p:nvPr/>
        </p:nvSpPr>
        <p:spPr>
          <a:xfrm>
            <a:off x="338328" y="2414016"/>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2414016"/>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2" name="T22"/>
          <p:cNvSpPr txBox="1"/>
          <p:nvPr/>
        </p:nvSpPr>
        <p:spPr>
          <a:xfrm>
            <a:off x="777240" y="2350008"/>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(c) s(5) = 139 m，s(1) = −1 m → Δs = 139 − (−1) = 140 m</a:t>
            </a:r>
            <a:endParaRPr lang="zh-TW" sz="2400"/>
          </a:p>
        </p:txBody>
      </p:sp>
      <p:sp>
        <p:nvSpPr>
          <p:cNvPr id="23" name="T23"/>
          <p:cNvSpPr txBox="1"/>
          <p:nvPr/>
        </p:nvSpPr>
        <p:spPr>
          <a:xfrm>
            <a:off x="320040" y="2898648"/>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(a) 6 s　(b) 24 m/s²　(c) 140 m</a:t>
            </a:r>
            <a:endParaRPr lang="zh-TW" sz="2400"/>
          </a:p>
        </p:txBody>
      </p:sp>
      <p:sp>
        <p:nvSpPr>
          <p:cNvPr id="24" name="T24"/>
          <p:cNvSpPr txBox="1"/>
          <p:nvPr/>
        </p:nvSpPr>
        <p:spPr>
          <a:xfrm>
            <a:off x="320040" y="3483864"/>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s(1) 是負的，相減變成加：140 不是 138</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2-2　題目與思考重點</a:t>
            </a:r>
          </a:p>
        </p:txBody>
      </p:sp>
      <p:sp>
        <p:nvSpPr>
          <p:cNvPr id="11" name="T11"/>
          <p:cNvSpPr txBox="1"/>
          <p:nvPr/>
        </p:nvSpPr>
        <p:spPr>
          <a:xfrm>
            <a:off x="320040" y="868680"/>
            <a:ext cx="8458200" cy="1792224"/>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在離地 24 m 處以 8 m/s 垂直上拋，求：</a:t>
            </a:r>
            <a:endParaRPr lang="zh-TW" sz="2400"/>
          </a:p>
          <a:p>
            <a:pPr algn="l">
              <a:lnSpc>
                <a:spcPct val="100000"/>
              </a:lnSpc>
              <a:buNone/>
            </a:pPr>
            <a:r>
              <a:rPr lang="zh-TW" altLang="en-US" sz="2400" b="0" dirty="0">
                <a:solidFill>
                  <a:srgbClr val="2B3050"/>
                </a:solidFill>
                <a:latin typeface="Calibri"/>
                <a:ea typeface="微軟正黑體"/>
                <a:cs typeface="Calibri"/>
              </a:rPr>
              <a:t>(a) 最大高度與所需時間</a:t>
            </a:r>
            <a:endParaRPr lang="zh-TW" sz="2400"/>
          </a:p>
          <a:p>
            <a:pPr algn="l">
              <a:lnSpc>
                <a:spcPct val="100000"/>
              </a:lnSpc>
              <a:buNone/>
            </a:pPr>
            <a:r>
              <a:rPr lang="zh-TW" altLang="en-US" sz="2400" b="0" dirty="0">
                <a:solidFill>
                  <a:srgbClr val="2B3050"/>
                </a:solidFill>
                <a:latin typeface="Calibri"/>
                <a:ea typeface="微軟正黑體"/>
                <a:cs typeface="Calibri"/>
              </a:rPr>
              <a:t>(b) 觸地速度與時間</a:t>
            </a:r>
            <a:endParaRPr lang="zh-TW" sz="2400"/>
          </a:p>
          <a:p>
            <a:pPr algn="l">
              <a:lnSpc>
                <a:spcPct val="100000"/>
              </a:lnSpc>
              <a:buNone/>
            </a:pPr>
            <a:r>
              <a:rPr lang="zh-TW" altLang="en-US" sz="2400" b="0" dirty="0">
                <a:solidFill>
                  <a:srgbClr val="2B3050"/>
                </a:solidFill>
                <a:latin typeface="Calibri"/>
                <a:ea typeface="微軟正黑體"/>
                <a:cs typeface="Calibri"/>
              </a:rPr>
              <a:t>(c) 2 s 後的位置</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2-1 自由落體</a:t>
            </a:r>
            <a:endParaRPr lang="zh-TW" sz="2400"/>
          </a:p>
        </p:txBody>
      </p:sp>
      <p:sp>
        <p:nvSpPr>
          <p:cNvPr id="13" name="T13"/>
          <p:cNvSpPr txBox="1"/>
          <p:nvPr/>
        </p:nvSpPr>
        <p:spPr>
          <a:xfrm>
            <a:off x="320040" y="2770632"/>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6766560" y="2770632"/>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3227832"/>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原點取地面、向上為正：s₀ = 24 m，v₀ = 8 m/s</a:t>
            </a:r>
            <a:endParaRPr lang="zh-TW" sz="2400"/>
          </a:p>
        </p:txBody>
      </p:sp>
      <p:sp>
        <p:nvSpPr>
          <p:cNvPr id="16" name="T16"/>
          <p:cNvSpPr txBox="1"/>
          <p:nvPr/>
        </p:nvSpPr>
        <p:spPr>
          <a:xfrm>
            <a:off x="502920" y="3666744"/>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a = −9.81 m/s²（忽略空氣阻力）</a:t>
            </a:r>
            <a:endParaRPr lang="zh-TW" sz="2400"/>
          </a:p>
        </p:txBody>
      </p:sp>
      <p:sp>
        <p:nvSpPr>
          <p:cNvPr id="17" name="T17"/>
          <p:cNvSpPr txBox="1"/>
          <p:nvPr/>
        </p:nvSpPr>
        <p:spPr>
          <a:xfrm>
            <a:off x="502920" y="4105656"/>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最高點 v = 0；觸地 s = 0</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2-2　解題重點</a:t>
            </a:r>
          </a:p>
        </p:txBody>
      </p:sp>
      <p:sp>
        <p:nvSpPr>
          <p:cNvPr id="11" name="S11"/>
          <p:cNvSpPr/>
          <p:nvPr/>
        </p:nvSpPr>
        <p:spPr>
          <a:xfrm>
            <a:off x="338328" y="1152144"/>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115214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896112"/>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(a) 0 = 8 − 9.81t → t = 8／9.81 ≈ 0.8155 s；s = 24 + 8²／(2·9.81) ≈ 27.26 m</a:t>
            </a:r>
            <a:endParaRPr lang="zh-TW" sz="2400"/>
          </a:p>
        </p:txBody>
      </p:sp>
      <p:sp>
        <p:nvSpPr>
          <p:cNvPr id="14" name="S14"/>
          <p:cNvSpPr/>
          <p:nvPr/>
        </p:nvSpPr>
        <p:spPr>
          <a:xfrm>
            <a:off x="338328" y="2084832"/>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2084832"/>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801368"/>
            <a:ext cx="8001000" cy="896112"/>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(b) 0 = 24 + 8t − 4.905t² → t = (8 + √534.88)／9.81 ≈ 3.1730 s（取正根）</a:t>
            </a:r>
            <a:endParaRPr lang="zh-TW" sz="2400"/>
          </a:p>
        </p:txBody>
      </p:sp>
      <p:sp>
        <p:nvSpPr>
          <p:cNvPr id="17" name="S17"/>
          <p:cNvSpPr/>
          <p:nvPr/>
        </p:nvSpPr>
        <p:spPr>
          <a:xfrm>
            <a:off x="338328" y="2798064"/>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279806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2734056"/>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　　v = 8 − 9.81t = −√534.88 ≈ −23.1275 m/s（向下）</a:t>
            </a:r>
            <a:endParaRPr lang="zh-TW" sz="2400"/>
          </a:p>
        </p:txBody>
      </p:sp>
      <p:sp>
        <p:nvSpPr>
          <p:cNvPr id="20" name="S20"/>
          <p:cNvSpPr/>
          <p:nvPr/>
        </p:nvSpPr>
        <p:spPr>
          <a:xfrm>
            <a:off x="338328" y="3511296"/>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3511296"/>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2" name="T22"/>
          <p:cNvSpPr txBox="1"/>
          <p:nvPr/>
        </p:nvSpPr>
        <p:spPr>
          <a:xfrm>
            <a:off x="777240" y="3227832"/>
            <a:ext cx="8001000" cy="896112"/>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驗算：t 代回 24 + 8t − 4.905t²，得 y = 0 ✓（用未捨入的 t）</a:t>
            </a:r>
            <a:endParaRPr lang="zh-TW" sz="2400"/>
          </a:p>
        </p:txBody>
      </p:sp>
      <p:sp>
        <p:nvSpPr>
          <p:cNvPr id="23" name="S23"/>
          <p:cNvSpPr/>
          <p:nvPr/>
        </p:nvSpPr>
        <p:spPr>
          <a:xfrm>
            <a:off x="338328" y="4224528"/>
            <a:ext cx="329184" cy="329184"/>
          </a:xfrm>
          <a:prstGeom prst="ellipse">
            <a:avLst/>
          </a:prstGeom>
          <a:solidFill>
            <a:srgbClr val="1F8899"/>
          </a:solidFill>
          <a:ln>
            <a:noFill/>
          </a:ln>
        </p:spPr>
        <p:txBody>
          <a:bodyPr/>
          <a:lstStyle/>
          <a:p>
            <a:endParaRPr lang="zh-TW" altLang="en-US"/>
          </a:p>
        </p:txBody>
      </p:sp>
      <p:sp>
        <p:nvSpPr>
          <p:cNvPr id="24" name="T24"/>
          <p:cNvSpPr txBox="1"/>
          <p:nvPr/>
        </p:nvSpPr>
        <p:spPr>
          <a:xfrm>
            <a:off x="338328" y="422452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5</a:t>
            </a:r>
            <a:endParaRPr lang="zh-TW" sz="2400"/>
          </a:p>
        </p:txBody>
      </p:sp>
      <p:sp>
        <p:nvSpPr>
          <p:cNvPr id="25" name="T25"/>
          <p:cNvSpPr txBox="1"/>
          <p:nvPr/>
        </p:nvSpPr>
        <p:spPr>
          <a:xfrm>
            <a:off x="777240" y="416052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(c) s = 24 + 8(2) − 4.905(2)² = 20.38 m</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2-2　解題重點（續）</a:t>
            </a:r>
          </a:p>
        </p:txBody>
      </p:sp>
      <p:sp>
        <p:nvSpPr>
          <p:cNvPr id="11" name="T11"/>
          <p:cNvSpPr txBox="1"/>
          <p:nvPr/>
        </p:nvSpPr>
        <p:spPr>
          <a:xfrm>
            <a:off x="320040" y="868680"/>
            <a:ext cx="8458200" cy="932688"/>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(a) ≈ 27.26 m、0.815 s　(b) ≈ 3.17 s、23.1 m/s 向下</a:t>
            </a:r>
            <a:endParaRPr lang="zh-TW" sz="2400"/>
          </a:p>
          <a:p>
            <a:pPr algn="l">
              <a:lnSpc>
                <a:spcPct val="100000"/>
              </a:lnSpc>
              <a:buNone/>
            </a:pPr>
            <a:r>
              <a:rPr lang="zh-TW" altLang="en-US" sz="2400" b="0" dirty="0">
                <a:solidFill>
                  <a:srgbClr val="2B3050"/>
                </a:solidFill>
                <a:latin typeface="Calibri"/>
                <a:ea typeface="微軟正黑體"/>
                <a:cs typeface="Calibri"/>
              </a:rPr>
              <a:t>　　(c) ≈ 20.38 m</a:t>
            </a:r>
            <a:endParaRPr lang="zh-TW" sz="2400"/>
          </a:p>
        </p:txBody>
      </p:sp>
      <p:sp>
        <p:nvSpPr>
          <p:cNvPr id="12" name="T12"/>
          <p:cNvSpPr txBox="1"/>
          <p:nvPr/>
        </p:nvSpPr>
        <p:spPr>
          <a:xfrm>
            <a:off x="320040" y="1874520"/>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另解：從最高點落下 2.36 s，免解二次式</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2-3　題目與思考重點</a:t>
            </a:r>
          </a:p>
        </p:txBody>
      </p:sp>
      <p:sp>
        <p:nvSpPr>
          <p:cNvPr id="11" name="T11"/>
          <p:cNvSpPr txBox="1"/>
          <p:nvPr/>
        </p:nvSpPr>
        <p:spPr>
          <a:xfrm>
            <a:off x="320040" y="868680"/>
            <a:ext cx="5120640" cy="1371600"/>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汽車由靜止起步，a–t 圖如右。</a:t>
            </a:r>
            <a:endParaRPr lang="zh-TW" sz="2400"/>
          </a:p>
          <a:p>
            <a:pPr algn="l">
              <a:lnSpc>
                <a:spcPct val="100000"/>
              </a:lnSpc>
              <a:buNone/>
            </a:pPr>
            <a:r>
              <a:rPr lang="zh-TW" altLang="en-US" sz="2400" b="0" dirty="0">
                <a:solidFill>
                  <a:srgbClr val="2B3050"/>
                </a:solidFill>
                <a:latin typeface="Calibri"/>
                <a:ea typeface="微軟正黑體"/>
                <a:cs typeface="Calibri"/>
              </a:rPr>
              <a:t>畫出 v–t、s–t 圖，並求</a:t>
            </a:r>
            <a:endParaRPr lang="zh-TW" sz="2400"/>
          </a:p>
          <a:p>
            <a:pPr algn="l">
              <a:lnSpc>
                <a:spcPct val="100000"/>
              </a:lnSpc>
              <a:buNone/>
            </a:pPr>
            <a:r>
              <a:rPr lang="zh-TW" altLang="en-US" sz="2400" b="0" dirty="0">
                <a:solidFill>
                  <a:srgbClr val="2B3050"/>
                </a:solidFill>
                <a:latin typeface="Calibri"/>
                <a:ea typeface="微軟正黑體"/>
                <a:cs typeface="Calibri"/>
              </a:rPr>
              <a:t>t = 15 s 的速度與位移。</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2-2 圖解法</a:t>
            </a:r>
            <a:endParaRPr lang="zh-TW" sz="2400"/>
          </a:p>
        </p:txBody>
      </p:sp>
      <p:sp>
        <p:nvSpPr>
          <p:cNvPr id="13" name="T13"/>
          <p:cNvSpPr txBox="1"/>
          <p:nvPr/>
        </p:nvSpPr>
        <p:spPr>
          <a:xfrm>
            <a:off x="320040" y="2350008"/>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3429000" y="2350008"/>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2807208"/>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靜止 → v(0) = 0；另取 s(0) = 0</a:t>
            </a:r>
            <a:endParaRPr lang="zh-TW" sz="2400"/>
          </a:p>
        </p:txBody>
      </p:sp>
      <p:sp>
        <p:nvSpPr>
          <p:cNvPr id="16" name="T16"/>
          <p:cNvSpPr txBox="1"/>
          <p:nvPr/>
        </p:nvSpPr>
        <p:spPr>
          <a:xfrm>
            <a:off x="502920" y="3246120"/>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a–t 面積 ＝ Δv</a:t>
            </a:r>
            <a:endParaRPr lang="zh-TW" sz="2400"/>
          </a:p>
        </p:txBody>
      </p:sp>
      <p:sp>
        <p:nvSpPr>
          <p:cNvPr id="17" name="T17"/>
          <p:cNvSpPr txBox="1"/>
          <p:nvPr/>
        </p:nvSpPr>
        <p:spPr>
          <a:xfrm>
            <a:off x="502920" y="3685032"/>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v–t 面積 ＝ Δs</a:t>
            </a:r>
            <a:endParaRPr lang="zh-TW" sz="2400"/>
          </a:p>
        </p:txBody>
      </p:sp>
      <p:cxnSp>
        <p:nvCxnSpPr>
          <p:cNvPr id="18" name="L18"/>
          <p:cNvCxnSpPr/>
          <p:nvPr/>
        </p:nvCxnSpPr>
        <p:spPr>
          <a:xfrm>
            <a:off x="6035040" y="3063240"/>
            <a:ext cx="2560320" cy="0"/>
          </a:xfrm>
          <a:prstGeom prst="line">
            <a:avLst/>
          </a:prstGeom>
          <a:ln w="15875">
            <a:solidFill>
              <a:srgbClr val="2B3050"/>
            </a:solidFill>
            <a:tailEnd type="triangle" w="med" len="med"/>
          </a:ln>
        </p:spPr>
      </p:cxnSp>
      <p:cxnSp>
        <p:nvCxnSpPr>
          <p:cNvPr id="19" name="L19"/>
          <p:cNvCxnSpPr/>
          <p:nvPr/>
        </p:nvCxnSpPr>
        <p:spPr>
          <a:xfrm flipV="1">
            <a:off x="6080760" y="1097280"/>
            <a:ext cx="0" cy="2011680"/>
          </a:xfrm>
          <a:prstGeom prst="line">
            <a:avLst/>
          </a:prstGeom>
          <a:ln w="15875">
            <a:solidFill>
              <a:srgbClr val="2B3050"/>
            </a:solidFill>
            <a:tailEnd type="triangle" w="med" len="med"/>
          </a:ln>
        </p:spPr>
      </p:cxnSp>
      <p:sp>
        <p:nvSpPr>
          <p:cNvPr id="20" name="T20"/>
          <p:cNvSpPr txBox="1"/>
          <p:nvPr/>
        </p:nvSpPr>
        <p:spPr>
          <a:xfrm>
            <a:off x="8092440" y="3081528"/>
            <a:ext cx="91440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(s)</a:t>
            </a:r>
            <a:endParaRPr lang="zh-TW" sz="2400"/>
          </a:p>
        </p:txBody>
      </p:sp>
      <p:sp>
        <p:nvSpPr>
          <p:cNvPr id="21" name="T21"/>
          <p:cNvSpPr txBox="1"/>
          <p:nvPr/>
        </p:nvSpPr>
        <p:spPr>
          <a:xfrm>
            <a:off x="6135624" y="868680"/>
            <a:ext cx="14630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a (m/s²)</a:t>
            </a:r>
            <a:endParaRPr lang="zh-TW" sz="2400"/>
          </a:p>
        </p:txBody>
      </p:sp>
      <p:sp>
        <p:nvSpPr>
          <p:cNvPr id="22" name="P22"/>
          <p:cNvSpPr/>
          <p:nvPr/>
        </p:nvSpPr>
        <p:spPr>
          <a:xfrm>
            <a:off x="6080760" y="2057400"/>
            <a:ext cx="2057400" cy="1810512"/>
          </a:xfrm>
          <a:custGeom>
            <a:avLst/>
            <a:gdLst/>
            <a:ahLst/>
            <a:cxnLst/>
            <a:rect l="0" t="0" r="r" b="b"/>
            <a:pathLst>
              <a:path w="2057400" h="1810512">
                <a:moveTo>
                  <a:pt x="0" y="0"/>
                </a:moveTo>
                <a:lnTo>
                  <a:pt x="685800" y="0"/>
                </a:lnTo>
                <a:lnTo>
                  <a:pt x="685800" y="603504"/>
                </a:lnTo>
                <a:lnTo>
                  <a:pt x="1371600" y="603504"/>
                </a:lnTo>
                <a:lnTo>
                  <a:pt x="1371600" y="1810512"/>
                </a:lnTo>
                <a:lnTo>
                  <a:pt x="2057400" y="1810512"/>
                </a:lnTo>
              </a:path>
            </a:pathLst>
          </a:custGeom>
          <a:noFill/>
          <a:ln w="31750">
            <a:solidFill>
              <a:srgbClr val="D6006F"/>
            </a:solidFill>
          </a:ln>
        </p:spPr>
        <p:txBody>
          <a:bodyPr/>
          <a:lstStyle/>
          <a:p>
            <a:endParaRPr lang="zh-TW" altLang="en-US"/>
          </a:p>
        </p:txBody>
      </p:sp>
      <p:sp>
        <p:nvSpPr>
          <p:cNvPr id="23" name="T23"/>
          <p:cNvSpPr txBox="1"/>
          <p:nvPr/>
        </p:nvSpPr>
        <p:spPr>
          <a:xfrm>
            <a:off x="5669280" y="1856232"/>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5</a:t>
            </a:r>
            <a:endParaRPr lang="zh-TW" sz="2400"/>
          </a:p>
        </p:txBody>
      </p:sp>
      <p:sp>
        <p:nvSpPr>
          <p:cNvPr id="24" name="T24"/>
          <p:cNvSpPr txBox="1"/>
          <p:nvPr/>
        </p:nvSpPr>
        <p:spPr>
          <a:xfrm>
            <a:off x="5669280" y="2459736"/>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a:t>
            </a:r>
            <a:endParaRPr lang="zh-TW" sz="2400"/>
          </a:p>
        </p:txBody>
      </p:sp>
      <p:sp>
        <p:nvSpPr>
          <p:cNvPr id="25" name="T25"/>
          <p:cNvSpPr txBox="1"/>
          <p:nvPr/>
        </p:nvSpPr>
        <p:spPr>
          <a:xfrm>
            <a:off x="5532120" y="3666744"/>
            <a:ext cx="5486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−4</a:t>
            </a:r>
            <a:endParaRPr lang="zh-TW" sz="2400"/>
          </a:p>
        </p:txBody>
      </p:sp>
      <p:sp>
        <p:nvSpPr>
          <p:cNvPr id="26" name="T26"/>
          <p:cNvSpPr txBox="1"/>
          <p:nvPr/>
        </p:nvSpPr>
        <p:spPr>
          <a:xfrm>
            <a:off x="6537960" y="2651760"/>
            <a:ext cx="5486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5</a:t>
            </a:r>
            <a:endParaRPr lang="zh-TW" sz="2400"/>
          </a:p>
        </p:txBody>
      </p:sp>
      <p:sp>
        <p:nvSpPr>
          <p:cNvPr id="27" name="T27"/>
          <p:cNvSpPr txBox="1"/>
          <p:nvPr/>
        </p:nvSpPr>
        <p:spPr>
          <a:xfrm>
            <a:off x="7223760" y="2651760"/>
            <a:ext cx="5486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10</a:t>
            </a:r>
            <a:endParaRPr lang="zh-TW" sz="2400"/>
          </a:p>
        </p:txBody>
      </p:sp>
      <p:sp>
        <p:nvSpPr>
          <p:cNvPr id="28" name="T28"/>
          <p:cNvSpPr txBox="1"/>
          <p:nvPr/>
        </p:nvSpPr>
        <p:spPr>
          <a:xfrm>
            <a:off x="7909560" y="2651760"/>
            <a:ext cx="5486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15</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2-3　解題重點</a:t>
            </a:r>
          </a:p>
        </p:txBody>
      </p:sp>
      <p:sp>
        <p:nvSpPr>
          <p:cNvPr id="11" name="S11"/>
          <p:cNvSpPr/>
          <p:nvPr/>
        </p:nvSpPr>
        <p:spPr>
          <a:xfrm>
            <a:off x="338328" y="93268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3268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Δv = +25、+10、−20 → v(5) = 25，v(10) = 35，v(15) = 15 m/s</a:t>
            </a:r>
            <a:endParaRPr lang="zh-TW" sz="2400"/>
          </a:p>
        </p:txBody>
      </p:sp>
      <p:sp>
        <p:nvSpPr>
          <p:cNvPr id="14" name="S14"/>
          <p:cNvSpPr/>
          <p:nvPr/>
        </p:nvSpPr>
        <p:spPr>
          <a:xfrm>
            <a:off x="338328" y="142646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42646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362456"/>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0–5 s：½ × 5 × 25 = 62.5 m</a:t>
            </a:r>
            <a:endParaRPr lang="zh-TW" sz="2400"/>
          </a:p>
        </p:txBody>
      </p:sp>
      <p:sp>
        <p:nvSpPr>
          <p:cNvPr id="17" name="S17"/>
          <p:cNvSpPr/>
          <p:nvPr/>
        </p:nvSpPr>
        <p:spPr>
          <a:xfrm>
            <a:off x="338328" y="1920240"/>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192024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1856232"/>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5–10 s：½(25 + 35) × 5 = 150 m</a:t>
            </a:r>
            <a:endParaRPr lang="zh-TW" sz="2400"/>
          </a:p>
        </p:txBody>
      </p:sp>
      <p:sp>
        <p:nvSpPr>
          <p:cNvPr id="20" name="S20"/>
          <p:cNvSpPr/>
          <p:nvPr/>
        </p:nvSpPr>
        <p:spPr>
          <a:xfrm>
            <a:off x="338328" y="2414016"/>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2414016"/>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2" name="T22"/>
          <p:cNvSpPr txBox="1"/>
          <p:nvPr/>
        </p:nvSpPr>
        <p:spPr>
          <a:xfrm>
            <a:off x="777240" y="2350008"/>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10–15 s：½(35 + 15) × 5 = 125 m → 累加 337.5 m</a:t>
            </a:r>
            <a:endParaRPr lang="zh-TW" sz="2400"/>
          </a:p>
        </p:txBody>
      </p:sp>
      <p:sp>
        <p:nvSpPr>
          <p:cNvPr id="23" name="T23"/>
          <p:cNvSpPr txBox="1"/>
          <p:nvPr/>
        </p:nvSpPr>
        <p:spPr>
          <a:xfrm>
            <a:off x="320040" y="2898648"/>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t = 15 s：v = 15 m/s，s = 337.5 m（取 s(0) = 0）</a:t>
            </a:r>
            <a:endParaRPr lang="zh-TW" sz="2400"/>
          </a:p>
        </p:txBody>
      </p:sp>
      <p:sp>
        <p:nvSpPr>
          <p:cNvPr id="24" name="T24"/>
          <p:cNvSpPr txBox="1"/>
          <p:nvPr/>
        </p:nvSpPr>
        <p:spPr>
          <a:xfrm>
            <a:off x="320040" y="3483864"/>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a 由正變負：v 變小但仍為正 → s 繼續增加</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2-3　所求圖形：v–t 與 s–t</a:t>
            </a:r>
          </a:p>
        </p:txBody>
      </p:sp>
      <p:cxnSp>
        <p:nvCxnSpPr>
          <p:cNvPr id="11" name="L11"/>
          <p:cNvCxnSpPr/>
          <p:nvPr/>
        </p:nvCxnSpPr>
        <p:spPr>
          <a:xfrm>
            <a:off x="1143000" y="3566160"/>
            <a:ext cx="2560320" cy="0"/>
          </a:xfrm>
          <a:prstGeom prst="line">
            <a:avLst/>
          </a:prstGeom>
          <a:ln w="15875">
            <a:solidFill>
              <a:srgbClr val="2B3050"/>
            </a:solidFill>
            <a:tailEnd type="triangle" w="med" len="med"/>
          </a:ln>
        </p:spPr>
      </p:cxnSp>
      <p:cxnSp>
        <p:nvCxnSpPr>
          <p:cNvPr id="12" name="L12"/>
          <p:cNvCxnSpPr/>
          <p:nvPr/>
        </p:nvCxnSpPr>
        <p:spPr>
          <a:xfrm flipV="1">
            <a:off x="1143000" y="1143000"/>
            <a:ext cx="0" cy="2441448"/>
          </a:xfrm>
          <a:prstGeom prst="line">
            <a:avLst/>
          </a:prstGeom>
          <a:ln w="15875">
            <a:solidFill>
              <a:srgbClr val="2B3050"/>
            </a:solidFill>
            <a:tailEnd type="triangle" w="med" len="med"/>
          </a:ln>
        </p:spPr>
      </p:cxnSp>
      <p:sp>
        <p:nvSpPr>
          <p:cNvPr id="13" name="T13"/>
          <p:cNvSpPr txBox="1"/>
          <p:nvPr/>
        </p:nvSpPr>
        <p:spPr>
          <a:xfrm>
            <a:off x="3721608" y="3364992"/>
            <a:ext cx="8229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(s)</a:t>
            </a:r>
            <a:endParaRPr lang="zh-TW" sz="2400"/>
          </a:p>
        </p:txBody>
      </p:sp>
      <p:sp>
        <p:nvSpPr>
          <p:cNvPr id="14" name="T14"/>
          <p:cNvSpPr txBox="1"/>
          <p:nvPr/>
        </p:nvSpPr>
        <p:spPr>
          <a:xfrm>
            <a:off x="1188720" y="868680"/>
            <a:ext cx="17373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v (m/s)</a:t>
            </a:r>
            <a:endParaRPr lang="zh-TW" sz="2400"/>
          </a:p>
        </p:txBody>
      </p:sp>
      <p:cxnSp>
        <p:nvCxnSpPr>
          <p:cNvPr id="15" name="L15"/>
          <p:cNvCxnSpPr/>
          <p:nvPr/>
        </p:nvCxnSpPr>
        <p:spPr>
          <a:xfrm>
            <a:off x="1935480" y="3566160"/>
            <a:ext cx="0" cy="64008"/>
          </a:xfrm>
          <a:prstGeom prst="line">
            <a:avLst/>
          </a:prstGeom>
          <a:ln w="12700">
            <a:solidFill>
              <a:srgbClr val="2B3050"/>
            </a:solidFill>
          </a:ln>
        </p:spPr>
      </p:cxnSp>
      <p:sp>
        <p:nvSpPr>
          <p:cNvPr id="16" name="T16"/>
          <p:cNvSpPr txBox="1"/>
          <p:nvPr/>
        </p:nvSpPr>
        <p:spPr>
          <a:xfrm>
            <a:off x="1569720" y="36027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5</a:t>
            </a:r>
            <a:endParaRPr lang="zh-TW" sz="2400"/>
          </a:p>
        </p:txBody>
      </p:sp>
      <p:cxnSp>
        <p:nvCxnSpPr>
          <p:cNvPr id="17" name="L17"/>
          <p:cNvCxnSpPr/>
          <p:nvPr/>
        </p:nvCxnSpPr>
        <p:spPr>
          <a:xfrm>
            <a:off x="2727960" y="3566160"/>
            <a:ext cx="0" cy="64008"/>
          </a:xfrm>
          <a:prstGeom prst="line">
            <a:avLst/>
          </a:prstGeom>
          <a:ln w="12700">
            <a:solidFill>
              <a:srgbClr val="2B3050"/>
            </a:solidFill>
          </a:ln>
        </p:spPr>
      </p:cxnSp>
      <p:sp>
        <p:nvSpPr>
          <p:cNvPr id="18" name="T18"/>
          <p:cNvSpPr txBox="1"/>
          <p:nvPr/>
        </p:nvSpPr>
        <p:spPr>
          <a:xfrm>
            <a:off x="2362200" y="36027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10</a:t>
            </a:r>
            <a:endParaRPr lang="zh-TW" sz="2400"/>
          </a:p>
        </p:txBody>
      </p:sp>
      <p:cxnSp>
        <p:nvCxnSpPr>
          <p:cNvPr id="19" name="L19"/>
          <p:cNvCxnSpPr/>
          <p:nvPr/>
        </p:nvCxnSpPr>
        <p:spPr>
          <a:xfrm>
            <a:off x="3520440" y="3566160"/>
            <a:ext cx="0" cy="64008"/>
          </a:xfrm>
          <a:prstGeom prst="line">
            <a:avLst/>
          </a:prstGeom>
          <a:ln w="12700">
            <a:solidFill>
              <a:srgbClr val="2B3050"/>
            </a:solidFill>
          </a:ln>
        </p:spPr>
      </p:cxnSp>
      <p:sp>
        <p:nvSpPr>
          <p:cNvPr id="20" name="T20"/>
          <p:cNvSpPr txBox="1"/>
          <p:nvPr/>
        </p:nvSpPr>
        <p:spPr>
          <a:xfrm>
            <a:off x="3154680" y="36027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15</a:t>
            </a:r>
            <a:endParaRPr lang="zh-TW" sz="2400"/>
          </a:p>
        </p:txBody>
      </p:sp>
      <p:cxnSp>
        <p:nvCxnSpPr>
          <p:cNvPr id="21" name="L21"/>
          <p:cNvCxnSpPr/>
          <p:nvPr/>
        </p:nvCxnSpPr>
        <p:spPr>
          <a:xfrm>
            <a:off x="1078992" y="2726055"/>
            <a:ext cx="64008" cy="0"/>
          </a:xfrm>
          <a:prstGeom prst="line">
            <a:avLst/>
          </a:prstGeom>
          <a:ln w="12700">
            <a:solidFill>
              <a:srgbClr val="2B3050"/>
            </a:solidFill>
          </a:ln>
        </p:spPr>
      </p:cxnSp>
      <p:sp>
        <p:nvSpPr>
          <p:cNvPr id="22" name="T22"/>
          <p:cNvSpPr txBox="1"/>
          <p:nvPr/>
        </p:nvSpPr>
        <p:spPr>
          <a:xfrm>
            <a:off x="228600" y="2524887"/>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15</a:t>
            </a:r>
            <a:endParaRPr lang="zh-TW" sz="2400"/>
          </a:p>
        </p:txBody>
      </p:sp>
      <p:cxnSp>
        <p:nvCxnSpPr>
          <p:cNvPr id="23" name="L23"/>
          <p:cNvCxnSpPr/>
          <p:nvPr/>
        </p:nvCxnSpPr>
        <p:spPr>
          <a:xfrm>
            <a:off x="1078992" y="2165985"/>
            <a:ext cx="64008" cy="0"/>
          </a:xfrm>
          <a:prstGeom prst="line">
            <a:avLst/>
          </a:prstGeom>
          <a:ln w="12700">
            <a:solidFill>
              <a:srgbClr val="2B3050"/>
            </a:solidFill>
          </a:ln>
        </p:spPr>
      </p:cxnSp>
      <p:sp>
        <p:nvSpPr>
          <p:cNvPr id="24" name="T24"/>
          <p:cNvSpPr txBox="1"/>
          <p:nvPr/>
        </p:nvSpPr>
        <p:spPr>
          <a:xfrm>
            <a:off x="228600" y="1964817"/>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25</a:t>
            </a:r>
            <a:endParaRPr lang="zh-TW" sz="2400"/>
          </a:p>
        </p:txBody>
      </p:sp>
      <p:cxnSp>
        <p:nvCxnSpPr>
          <p:cNvPr id="25" name="L25"/>
          <p:cNvCxnSpPr/>
          <p:nvPr/>
        </p:nvCxnSpPr>
        <p:spPr>
          <a:xfrm>
            <a:off x="1078992" y="1605915"/>
            <a:ext cx="64008" cy="0"/>
          </a:xfrm>
          <a:prstGeom prst="line">
            <a:avLst/>
          </a:prstGeom>
          <a:ln w="12700">
            <a:solidFill>
              <a:srgbClr val="2B3050"/>
            </a:solidFill>
          </a:ln>
        </p:spPr>
      </p:cxnSp>
      <p:sp>
        <p:nvSpPr>
          <p:cNvPr id="26" name="T26"/>
          <p:cNvSpPr txBox="1"/>
          <p:nvPr/>
        </p:nvSpPr>
        <p:spPr>
          <a:xfrm>
            <a:off x="228600" y="1404747"/>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35</a:t>
            </a:r>
            <a:endParaRPr lang="zh-TW" sz="2400"/>
          </a:p>
        </p:txBody>
      </p:sp>
      <p:sp>
        <p:nvSpPr>
          <p:cNvPr id="27" name="P27"/>
          <p:cNvSpPr/>
          <p:nvPr/>
        </p:nvSpPr>
        <p:spPr>
          <a:xfrm>
            <a:off x="1143000" y="2165985"/>
            <a:ext cx="792480" cy="1400175"/>
          </a:xfrm>
          <a:custGeom>
            <a:avLst/>
            <a:gdLst/>
            <a:ahLst/>
            <a:cxnLst/>
            <a:rect l="0" t="0" r="r" b="b"/>
            <a:pathLst>
              <a:path w="792480" h="1400175">
                <a:moveTo>
                  <a:pt x="0" y="1400175"/>
                </a:moveTo>
                <a:lnTo>
                  <a:pt x="19812" y="1365171"/>
                </a:lnTo>
                <a:lnTo>
                  <a:pt x="39624" y="1330166"/>
                </a:lnTo>
                <a:lnTo>
                  <a:pt x="59436" y="1295162"/>
                </a:lnTo>
                <a:lnTo>
                  <a:pt x="79248" y="1260158"/>
                </a:lnTo>
                <a:lnTo>
                  <a:pt x="99060" y="1225153"/>
                </a:lnTo>
                <a:lnTo>
                  <a:pt x="118872" y="1190149"/>
                </a:lnTo>
                <a:lnTo>
                  <a:pt x="138684" y="1155144"/>
                </a:lnTo>
                <a:lnTo>
                  <a:pt x="158496" y="1120140"/>
                </a:lnTo>
                <a:lnTo>
                  <a:pt x="178308" y="1085136"/>
                </a:lnTo>
                <a:lnTo>
                  <a:pt x="198120" y="1050131"/>
                </a:lnTo>
                <a:lnTo>
                  <a:pt x="217932" y="1015127"/>
                </a:lnTo>
                <a:lnTo>
                  <a:pt x="237744" y="980122"/>
                </a:lnTo>
                <a:lnTo>
                  <a:pt x="257556" y="945118"/>
                </a:lnTo>
                <a:lnTo>
                  <a:pt x="277368" y="910114"/>
                </a:lnTo>
                <a:lnTo>
                  <a:pt x="297180" y="875109"/>
                </a:lnTo>
                <a:lnTo>
                  <a:pt x="316992" y="840105"/>
                </a:lnTo>
                <a:lnTo>
                  <a:pt x="336804" y="805101"/>
                </a:lnTo>
                <a:lnTo>
                  <a:pt x="356616" y="770096"/>
                </a:lnTo>
                <a:lnTo>
                  <a:pt x="376428" y="735092"/>
                </a:lnTo>
                <a:lnTo>
                  <a:pt x="396240" y="700088"/>
                </a:lnTo>
                <a:lnTo>
                  <a:pt x="416052" y="665083"/>
                </a:lnTo>
                <a:lnTo>
                  <a:pt x="435864" y="630079"/>
                </a:lnTo>
                <a:lnTo>
                  <a:pt x="455676" y="595074"/>
                </a:lnTo>
                <a:lnTo>
                  <a:pt x="475488" y="560070"/>
                </a:lnTo>
                <a:lnTo>
                  <a:pt x="495300" y="525066"/>
                </a:lnTo>
                <a:lnTo>
                  <a:pt x="515112" y="490061"/>
                </a:lnTo>
                <a:lnTo>
                  <a:pt x="534924" y="455057"/>
                </a:lnTo>
                <a:lnTo>
                  <a:pt x="554736" y="420053"/>
                </a:lnTo>
                <a:lnTo>
                  <a:pt x="574548" y="385048"/>
                </a:lnTo>
                <a:lnTo>
                  <a:pt x="594360" y="350044"/>
                </a:lnTo>
                <a:lnTo>
                  <a:pt x="614172" y="315039"/>
                </a:lnTo>
                <a:lnTo>
                  <a:pt x="633984" y="280035"/>
                </a:lnTo>
                <a:lnTo>
                  <a:pt x="653796" y="245031"/>
                </a:lnTo>
                <a:lnTo>
                  <a:pt x="673608" y="210026"/>
                </a:lnTo>
                <a:lnTo>
                  <a:pt x="693420" y="175022"/>
                </a:lnTo>
                <a:lnTo>
                  <a:pt x="713232" y="140018"/>
                </a:lnTo>
                <a:lnTo>
                  <a:pt x="733044" y="105013"/>
                </a:lnTo>
                <a:lnTo>
                  <a:pt x="752856" y="70009"/>
                </a:lnTo>
                <a:lnTo>
                  <a:pt x="772668" y="35004"/>
                </a:lnTo>
                <a:lnTo>
                  <a:pt x="792480" y="0"/>
                </a:lnTo>
              </a:path>
            </a:pathLst>
          </a:custGeom>
          <a:noFill/>
          <a:ln w="31750">
            <a:solidFill>
              <a:srgbClr val="1F8899"/>
            </a:solidFill>
          </a:ln>
        </p:spPr>
        <p:txBody>
          <a:bodyPr/>
          <a:lstStyle/>
          <a:p>
            <a:endParaRPr lang="zh-TW" altLang="en-US"/>
          </a:p>
        </p:txBody>
      </p:sp>
      <p:sp>
        <p:nvSpPr>
          <p:cNvPr id="28" name="P28"/>
          <p:cNvSpPr/>
          <p:nvPr/>
        </p:nvSpPr>
        <p:spPr>
          <a:xfrm>
            <a:off x="1935480" y="1605915"/>
            <a:ext cx="792480" cy="560070"/>
          </a:xfrm>
          <a:custGeom>
            <a:avLst/>
            <a:gdLst/>
            <a:ahLst/>
            <a:cxnLst/>
            <a:rect l="0" t="0" r="r" b="b"/>
            <a:pathLst>
              <a:path w="792480" h="560070">
                <a:moveTo>
                  <a:pt x="0" y="560070"/>
                </a:moveTo>
                <a:lnTo>
                  <a:pt x="19812" y="546068"/>
                </a:lnTo>
                <a:lnTo>
                  <a:pt x="39624" y="532066"/>
                </a:lnTo>
                <a:lnTo>
                  <a:pt x="59436" y="518065"/>
                </a:lnTo>
                <a:lnTo>
                  <a:pt x="79248" y="504063"/>
                </a:lnTo>
                <a:lnTo>
                  <a:pt x="99060" y="490061"/>
                </a:lnTo>
                <a:lnTo>
                  <a:pt x="118872" y="476059"/>
                </a:lnTo>
                <a:lnTo>
                  <a:pt x="138684" y="462058"/>
                </a:lnTo>
                <a:lnTo>
                  <a:pt x="158496" y="448056"/>
                </a:lnTo>
                <a:lnTo>
                  <a:pt x="178308" y="434054"/>
                </a:lnTo>
                <a:lnTo>
                  <a:pt x="198120" y="420053"/>
                </a:lnTo>
                <a:lnTo>
                  <a:pt x="217932" y="406051"/>
                </a:lnTo>
                <a:lnTo>
                  <a:pt x="237744" y="392049"/>
                </a:lnTo>
                <a:lnTo>
                  <a:pt x="257556" y="378047"/>
                </a:lnTo>
                <a:lnTo>
                  <a:pt x="277368" y="364045"/>
                </a:lnTo>
                <a:lnTo>
                  <a:pt x="297180" y="350044"/>
                </a:lnTo>
                <a:lnTo>
                  <a:pt x="316992" y="336042"/>
                </a:lnTo>
                <a:lnTo>
                  <a:pt x="336804" y="322040"/>
                </a:lnTo>
                <a:lnTo>
                  <a:pt x="356616" y="308039"/>
                </a:lnTo>
                <a:lnTo>
                  <a:pt x="376428" y="294037"/>
                </a:lnTo>
                <a:lnTo>
                  <a:pt x="396240" y="280035"/>
                </a:lnTo>
                <a:lnTo>
                  <a:pt x="416052" y="266033"/>
                </a:lnTo>
                <a:lnTo>
                  <a:pt x="435864" y="252031"/>
                </a:lnTo>
                <a:lnTo>
                  <a:pt x="455676" y="238030"/>
                </a:lnTo>
                <a:lnTo>
                  <a:pt x="475488" y="224028"/>
                </a:lnTo>
                <a:lnTo>
                  <a:pt x="495300" y="210026"/>
                </a:lnTo>
                <a:lnTo>
                  <a:pt x="515112" y="196024"/>
                </a:lnTo>
                <a:lnTo>
                  <a:pt x="534924" y="182023"/>
                </a:lnTo>
                <a:lnTo>
                  <a:pt x="554736" y="168021"/>
                </a:lnTo>
                <a:lnTo>
                  <a:pt x="574548" y="154019"/>
                </a:lnTo>
                <a:lnTo>
                  <a:pt x="594360" y="140017"/>
                </a:lnTo>
                <a:lnTo>
                  <a:pt x="614172" y="126016"/>
                </a:lnTo>
                <a:lnTo>
                  <a:pt x="633984" y="112014"/>
                </a:lnTo>
                <a:lnTo>
                  <a:pt x="653796" y="98012"/>
                </a:lnTo>
                <a:lnTo>
                  <a:pt x="673608" y="84010"/>
                </a:lnTo>
                <a:lnTo>
                  <a:pt x="693420" y="70009"/>
                </a:lnTo>
                <a:lnTo>
                  <a:pt x="713232" y="56007"/>
                </a:lnTo>
                <a:lnTo>
                  <a:pt x="733044" y="42005"/>
                </a:lnTo>
                <a:lnTo>
                  <a:pt x="752856" y="28003"/>
                </a:lnTo>
                <a:lnTo>
                  <a:pt x="772668" y="14002"/>
                </a:lnTo>
                <a:lnTo>
                  <a:pt x="792480" y="0"/>
                </a:lnTo>
              </a:path>
            </a:pathLst>
          </a:custGeom>
          <a:noFill/>
          <a:ln w="31750">
            <a:solidFill>
              <a:srgbClr val="1F8899"/>
            </a:solidFill>
          </a:ln>
        </p:spPr>
        <p:txBody>
          <a:bodyPr/>
          <a:lstStyle/>
          <a:p>
            <a:endParaRPr lang="zh-TW" altLang="en-US"/>
          </a:p>
        </p:txBody>
      </p:sp>
      <p:sp>
        <p:nvSpPr>
          <p:cNvPr id="29" name="P29"/>
          <p:cNvSpPr/>
          <p:nvPr/>
        </p:nvSpPr>
        <p:spPr>
          <a:xfrm>
            <a:off x="2727960" y="1605915"/>
            <a:ext cx="792480" cy="1120140"/>
          </a:xfrm>
          <a:custGeom>
            <a:avLst/>
            <a:gdLst/>
            <a:ahLst/>
            <a:cxnLst/>
            <a:rect l="0" t="0" r="r" b="b"/>
            <a:pathLst>
              <a:path w="792480" h="1120140">
                <a:moveTo>
                  <a:pt x="0" y="0"/>
                </a:moveTo>
                <a:lnTo>
                  <a:pt x="19812" y="28003"/>
                </a:lnTo>
                <a:lnTo>
                  <a:pt x="39624" y="56007"/>
                </a:lnTo>
                <a:lnTo>
                  <a:pt x="59436" y="84010"/>
                </a:lnTo>
                <a:lnTo>
                  <a:pt x="79248" y="112014"/>
                </a:lnTo>
                <a:lnTo>
                  <a:pt x="99060" y="140017"/>
                </a:lnTo>
                <a:lnTo>
                  <a:pt x="118872" y="168021"/>
                </a:lnTo>
                <a:lnTo>
                  <a:pt x="138684" y="196024"/>
                </a:lnTo>
                <a:lnTo>
                  <a:pt x="158496" y="224028"/>
                </a:lnTo>
                <a:lnTo>
                  <a:pt x="178308" y="252031"/>
                </a:lnTo>
                <a:lnTo>
                  <a:pt x="198120" y="280035"/>
                </a:lnTo>
                <a:lnTo>
                  <a:pt x="217932" y="308039"/>
                </a:lnTo>
                <a:lnTo>
                  <a:pt x="237744" y="336042"/>
                </a:lnTo>
                <a:lnTo>
                  <a:pt x="257556" y="364045"/>
                </a:lnTo>
                <a:lnTo>
                  <a:pt x="277368" y="392049"/>
                </a:lnTo>
                <a:lnTo>
                  <a:pt x="297180" y="420053"/>
                </a:lnTo>
                <a:lnTo>
                  <a:pt x="316992" y="448056"/>
                </a:lnTo>
                <a:lnTo>
                  <a:pt x="336804" y="476059"/>
                </a:lnTo>
                <a:lnTo>
                  <a:pt x="356616" y="504063"/>
                </a:lnTo>
                <a:lnTo>
                  <a:pt x="376428" y="532066"/>
                </a:lnTo>
                <a:lnTo>
                  <a:pt x="396240" y="560070"/>
                </a:lnTo>
                <a:lnTo>
                  <a:pt x="416052" y="588074"/>
                </a:lnTo>
                <a:lnTo>
                  <a:pt x="435864" y="616077"/>
                </a:lnTo>
                <a:lnTo>
                  <a:pt x="455676" y="644081"/>
                </a:lnTo>
                <a:lnTo>
                  <a:pt x="475488" y="672084"/>
                </a:lnTo>
                <a:lnTo>
                  <a:pt x="495300" y="700088"/>
                </a:lnTo>
                <a:lnTo>
                  <a:pt x="515112" y="728091"/>
                </a:lnTo>
                <a:lnTo>
                  <a:pt x="534924" y="756094"/>
                </a:lnTo>
                <a:lnTo>
                  <a:pt x="554736" y="784098"/>
                </a:lnTo>
                <a:lnTo>
                  <a:pt x="574548" y="812102"/>
                </a:lnTo>
                <a:lnTo>
                  <a:pt x="594360" y="840105"/>
                </a:lnTo>
                <a:lnTo>
                  <a:pt x="614172" y="868108"/>
                </a:lnTo>
                <a:lnTo>
                  <a:pt x="633984" y="896112"/>
                </a:lnTo>
                <a:lnTo>
                  <a:pt x="653796" y="924115"/>
                </a:lnTo>
                <a:lnTo>
                  <a:pt x="673608" y="952119"/>
                </a:lnTo>
                <a:lnTo>
                  <a:pt x="693420" y="980122"/>
                </a:lnTo>
                <a:lnTo>
                  <a:pt x="713232" y="1008126"/>
                </a:lnTo>
                <a:lnTo>
                  <a:pt x="733044" y="1036130"/>
                </a:lnTo>
                <a:lnTo>
                  <a:pt x="752856" y="1064133"/>
                </a:lnTo>
                <a:lnTo>
                  <a:pt x="772668" y="1092137"/>
                </a:lnTo>
                <a:lnTo>
                  <a:pt x="792480" y="1120140"/>
                </a:lnTo>
              </a:path>
            </a:pathLst>
          </a:custGeom>
          <a:noFill/>
          <a:ln w="31750">
            <a:solidFill>
              <a:srgbClr val="1F8899"/>
            </a:solidFill>
          </a:ln>
        </p:spPr>
        <p:txBody>
          <a:bodyPr/>
          <a:lstStyle/>
          <a:p>
            <a:endParaRPr lang="zh-TW" altLang="en-US"/>
          </a:p>
        </p:txBody>
      </p:sp>
      <p:cxnSp>
        <p:nvCxnSpPr>
          <p:cNvPr id="30" name="L30"/>
          <p:cNvCxnSpPr/>
          <p:nvPr/>
        </p:nvCxnSpPr>
        <p:spPr>
          <a:xfrm>
            <a:off x="5440680" y="3566160"/>
            <a:ext cx="2560320" cy="0"/>
          </a:xfrm>
          <a:prstGeom prst="line">
            <a:avLst/>
          </a:prstGeom>
          <a:ln w="15875">
            <a:solidFill>
              <a:srgbClr val="2B3050"/>
            </a:solidFill>
            <a:tailEnd type="triangle" w="med" len="med"/>
          </a:ln>
        </p:spPr>
      </p:cxnSp>
      <p:cxnSp>
        <p:nvCxnSpPr>
          <p:cNvPr id="31" name="L31"/>
          <p:cNvCxnSpPr/>
          <p:nvPr/>
        </p:nvCxnSpPr>
        <p:spPr>
          <a:xfrm flipV="1">
            <a:off x="5440680" y="1143000"/>
            <a:ext cx="0" cy="2441448"/>
          </a:xfrm>
          <a:prstGeom prst="line">
            <a:avLst/>
          </a:prstGeom>
          <a:ln w="15875">
            <a:solidFill>
              <a:srgbClr val="2B3050"/>
            </a:solidFill>
            <a:tailEnd type="triangle" w="med" len="med"/>
          </a:ln>
        </p:spPr>
      </p:cxnSp>
      <p:sp>
        <p:nvSpPr>
          <p:cNvPr id="32" name="T32"/>
          <p:cNvSpPr txBox="1"/>
          <p:nvPr/>
        </p:nvSpPr>
        <p:spPr>
          <a:xfrm>
            <a:off x="8019288" y="3364992"/>
            <a:ext cx="8229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(s)</a:t>
            </a:r>
            <a:endParaRPr lang="zh-TW" sz="2400"/>
          </a:p>
        </p:txBody>
      </p:sp>
      <p:sp>
        <p:nvSpPr>
          <p:cNvPr id="33" name="T33"/>
          <p:cNvSpPr txBox="1"/>
          <p:nvPr/>
        </p:nvSpPr>
        <p:spPr>
          <a:xfrm>
            <a:off x="5486400" y="868680"/>
            <a:ext cx="17373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s (m)</a:t>
            </a:r>
            <a:endParaRPr lang="zh-TW" sz="2400"/>
          </a:p>
        </p:txBody>
      </p:sp>
      <p:cxnSp>
        <p:nvCxnSpPr>
          <p:cNvPr id="34" name="L34"/>
          <p:cNvCxnSpPr/>
          <p:nvPr/>
        </p:nvCxnSpPr>
        <p:spPr>
          <a:xfrm>
            <a:off x="6233160" y="3566160"/>
            <a:ext cx="0" cy="64008"/>
          </a:xfrm>
          <a:prstGeom prst="line">
            <a:avLst/>
          </a:prstGeom>
          <a:ln w="12700">
            <a:solidFill>
              <a:srgbClr val="2B3050"/>
            </a:solidFill>
          </a:ln>
        </p:spPr>
      </p:cxnSp>
      <p:sp>
        <p:nvSpPr>
          <p:cNvPr id="35" name="T35"/>
          <p:cNvSpPr txBox="1"/>
          <p:nvPr/>
        </p:nvSpPr>
        <p:spPr>
          <a:xfrm>
            <a:off x="5867400" y="36027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5</a:t>
            </a:r>
            <a:endParaRPr lang="zh-TW" sz="2400"/>
          </a:p>
        </p:txBody>
      </p:sp>
      <p:cxnSp>
        <p:nvCxnSpPr>
          <p:cNvPr id="36" name="L36"/>
          <p:cNvCxnSpPr/>
          <p:nvPr/>
        </p:nvCxnSpPr>
        <p:spPr>
          <a:xfrm>
            <a:off x="7025640" y="3566160"/>
            <a:ext cx="0" cy="64008"/>
          </a:xfrm>
          <a:prstGeom prst="line">
            <a:avLst/>
          </a:prstGeom>
          <a:ln w="12700">
            <a:solidFill>
              <a:srgbClr val="2B3050"/>
            </a:solidFill>
          </a:ln>
        </p:spPr>
      </p:cxnSp>
      <p:sp>
        <p:nvSpPr>
          <p:cNvPr id="37" name="T37"/>
          <p:cNvSpPr txBox="1"/>
          <p:nvPr/>
        </p:nvSpPr>
        <p:spPr>
          <a:xfrm>
            <a:off x="6659880" y="36027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10</a:t>
            </a:r>
            <a:endParaRPr lang="zh-TW" sz="2400"/>
          </a:p>
        </p:txBody>
      </p:sp>
      <p:cxnSp>
        <p:nvCxnSpPr>
          <p:cNvPr id="38" name="L38"/>
          <p:cNvCxnSpPr/>
          <p:nvPr/>
        </p:nvCxnSpPr>
        <p:spPr>
          <a:xfrm>
            <a:off x="7818120" y="3566160"/>
            <a:ext cx="0" cy="64008"/>
          </a:xfrm>
          <a:prstGeom prst="line">
            <a:avLst/>
          </a:prstGeom>
          <a:ln w="12700">
            <a:solidFill>
              <a:srgbClr val="2B3050"/>
            </a:solidFill>
          </a:ln>
        </p:spPr>
      </p:cxnSp>
      <p:sp>
        <p:nvSpPr>
          <p:cNvPr id="39" name="T39"/>
          <p:cNvSpPr txBox="1"/>
          <p:nvPr/>
        </p:nvSpPr>
        <p:spPr>
          <a:xfrm>
            <a:off x="7452360" y="36027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15</a:t>
            </a:r>
            <a:endParaRPr lang="zh-TW" sz="2400"/>
          </a:p>
        </p:txBody>
      </p:sp>
      <p:cxnSp>
        <p:nvCxnSpPr>
          <p:cNvPr id="40" name="L40"/>
          <p:cNvCxnSpPr/>
          <p:nvPr/>
        </p:nvCxnSpPr>
        <p:spPr>
          <a:xfrm>
            <a:off x="5376672" y="3177223"/>
            <a:ext cx="64008" cy="0"/>
          </a:xfrm>
          <a:prstGeom prst="line">
            <a:avLst/>
          </a:prstGeom>
          <a:ln w="12700">
            <a:solidFill>
              <a:srgbClr val="2B3050"/>
            </a:solidFill>
          </a:ln>
        </p:spPr>
      </p:cxnSp>
      <p:sp>
        <p:nvSpPr>
          <p:cNvPr id="41" name="T41"/>
          <p:cNvSpPr txBox="1"/>
          <p:nvPr/>
        </p:nvSpPr>
        <p:spPr>
          <a:xfrm>
            <a:off x="4526280" y="2976054"/>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62.5</a:t>
            </a:r>
            <a:endParaRPr lang="zh-TW" sz="2400"/>
          </a:p>
        </p:txBody>
      </p:sp>
      <p:cxnSp>
        <p:nvCxnSpPr>
          <p:cNvPr id="42" name="L42"/>
          <p:cNvCxnSpPr/>
          <p:nvPr/>
        </p:nvCxnSpPr>
        <p:spPr>
          <a:xfrm>
            <a:off x="5376672" y="2243772"/>
            <a:ext cx="64008" cy="0"/>
          </a:xfrm>
          <a:prstGeom prst="line">
            <a:avLst/>
          </a:prstGeom>
          <a:ln w="12700">
            <a:solidFill>
              <a:srgbClr val="2B3050"/>
            </a:solidFill>
          </a:ln>
        </p:spPr>
      </p:cxnSp>
      <p:sp>
        <p:nvSpPr>
          <p:cNvPr id="43" name="T43"/>
          <p:cNvSpPr txBox="1"/>
          <p:nvPr/>
        </p:nvSpPr>
        <p:spPr>
          <a:xfrm>
            <a:off x="4526280" y="2042604"/>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212.5</a:t>
            </a:r>
            <a:endParaRPr lang="zh-TW" sz="2400"/>
          </a:p>
        </p:txBody>
      </p:sp>
      <p:cxnSp>
        <p:nvCxnSpPr>
          <p:cNvPr id="44" name="L44"/>
          <p:cNvCxnSpPr/>
          <p:nvPr/>
        </p:nvCxnSpPr>
        <p:spPr>
          <a:xfrm>
            <a:off x="5376672" y="1465898"/>
            <a:ext cx="64008" cy="0"/>
          </a:xfrm>
          <a:prstGeom prst="line">
            <a:avLst/>
          </a:prstGeom>
          <a:ln w="12700">
            <a:solidFill>
              <a:srgbClr val="2B3050"/>
            </a:solidFill>
          </a:ln>
        </p:spPr>
      </p:cxnSp>
      <p:sp>
        <p:nvSpPr>
          <p:cNvPr id="45" name="T45"/>
          <p:cNvSpPr txBox="1"/>
          <p:nvPr/>
        </p:nvSpPr>
        <p:spPr>
          <a:xfrm>
            <a:off x="4526280" y="1264730"/>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337.5</a:t>
            </a:r>
            <a:endParaRPr lang="zh-TW" sz="2400"/>
          </a:p>
        </p:txBody>
      </p:sp>
      <p:sp>
        <p:nvSpPr>
          <p:cNvPr id="46" name="P46"/>
          <p:cNvSpPr/>
          <p:nvPr/>
        </p:nvSpPr>
        <p:spPr>
          <a:xfrm>
            <a:off x="5440680" y="3177223"/>
            <a:ext cx="792480" cy="388938"/>
          </a:xfrm>
          <a:custGeom>
            <a:avLst/>
            <a:gdLst/>
            <a:ahLst/>
            <a:cxnLst/>
            <a:rect l="0" t="0" r="r" b="b"/>
            <a:pathLst>
              <a:path w="792480" h="388938">
                <a:moveTo>
                  <a:pt x="0" y="388938"/>
                </a:moveTo>
                <a:lnTo>
                  <a:pt x="19812" y="388694"/>
                </a:lnTo>
                <a:lnTo>
                  <a:pt x="39624" y="387965"/>
                </a:lnTo>
                <a:lnTo>
                  <a:pt x="59436" y="386750"/>
                </a:lnTo>
                <a:lnTo>
                  <a:pt x="79248" y="385048"/>
                </a:lnTo>
                <a:lnTo>
                  <a:pt x="99060" y="382860"/>
                </a:lnTo>
                <a:lnTo>
                  <a:pt x="118872" y="380186"/>
                </a:lnTo>
                <a:lnTo>
                  <a:pt x="138684" y="377026"/>
                </a:lnTo>
                <a:lnTo>
                  <a:pt x="158496" y="373380"/>
                </a:lnTo>
                <a:lnTo>
                  <a:pt x="178308" y="369248"/>
                </a:lnTo>
                <a:lnTo>
                  <a:pt x="198120" y="364629"/>
                </a:lnTo>
                <a:lnTo>
                  <a:pt x="217932" y="359524"/>
                </a:lnTo>
                <a:lnTo>
                  <a:pt x="237744" y="353933"/>
                </a:lnTo>
                <a:lnTo>
                  <a:pt x="257556" y="347856"/>
                </a:lnTo>
                <a:lnTo>
                  <a:pt x="277368" y="341293"/>
                </a:lnTo>
                <a:lnTo>
                  <a:pt x="297180" y="334243"/>
                </a:lnTo>
                <a:lnTo>
                  <a:pt x="316992" y="326708"/>
                </a:lnTo>
                <a:lnTo>
                  <a:pt x="336804" y="318686"/>
                </a:lnTo>
                <a:lnTo>
                  <a:pt x="356616" y="310178"/>
                </a:lnTo>
                <a:lnTo>
                  <a:pt x="376428" y="301183"/>
                </a:lnTo>
                <a:lnTo>
                  <a:pt x="396240" y="291703"/>
                </a:lnTo>
                <a:lnTo>
                  <a:pt x="416052" y="281737"/>
                </a:lnTo>
                <a:lnTo>
                  <a:pt x="435864" y="271284"/>
                </a:lnTo>
                <a:lnTo>
                  <a:pt x="455676" y="260345"/>
                </a:lnTo>
                <a:lnTo>
                  <a:pt x="475488" y="248920"/>
                </a:lnTo>
                <a:lnTo>
                  <a:pt x="495300" y="237009"/>
                </a:lnTo>
                <a:lnTo>
                  <a:pt x="515112" y="224611"/>
                </a:lnTo>
                <a:lnTo>
                  <a:pt x="534924" y="211728"/>
                </a:lnTo>
                <a:lnTo>
                  <a:pt x="554736" y="198358"/>
                </a:lnTo>
                <a:lnTo>
                  <a:pt x="574548" y="184502"/>
                </a:lnTo>
                <a:lnTo>
                  <a:pt x="594360" y="170160"/>
                </a:lnTo>
                <a:lnTo>
                  <a:pt x="614172" y="155332"/>
                </a:lnTo>
                <a:lnTo>
                  <a:pt x="633984" y="140018"/>
                </a:lnTo>
                <a:lnTo>
                  <a:pt x="653796" y="124217"/>
                </a:lnTo>
                <a:lnTo>
                  <a:pt x="673608" y="107930"/>
                </a:lnTo>
                <a:lnTo>
                  <a:pt x="693420" y="91157"/>
                </a:lnTo>
                <a:lnTo>
                  <a:pt x="713232" y="73898"/>
                </a:lnTo>
                <a:lnTo>
                  <a:pt x="733044" y="56153"/>
                </a:lnTo>
                <a:lnTo>
                  <a:pt x="752856" y="37921"/>
                </a:lnTo>
                <a:lnTo>
                  <a:pt x="772668" y="19204"/>
                </a:lnTo>
                <a:lnTo>
                  <a:pt x="792480" y="0"/>
                </a:lnTo>
              </a:path>
            </a:pathLst>
          </a:custGeom>
          <a:noFill/>
          <a:ln w="31750">
            <a:solidFill>
              <a:srgbClr val="D6006F"/>
            </a:solidFill>
          </a:ln>
        </p:spPr>
        <p:txBody>
          <a:bodyPr/>
          <a:lstStyle/>
          <a:p>
            <a:endParaRPr lang="zh-TW" altLang="en-US"/>
          </a:p>
        </p:txBody>
      </p:sp>
      <p:sp>
        <p:nvSpPr>
          <p:cNvPr id="47" name="P47"/>
          <p:cNvSpPr/>
          <p:nvPr/>
        </p:nvSpPr>
        <p:spPr>
          <a:xfrm>
            <a:off x="6233160" y="2243772"/>
            <a:ext cx="792480" cy="933450"/>
          </a:xfrm>
          <a:custGeom>
            <a:avLst/>
            <a:gdLst/>
            <a:ahLst/>
            <a:cxnLst/>
            <a:rect l="0" t="0" r="r" b="b"/>
            <a:pathLst>
              <a:path w="792480" h="933450">
                <a:moveTo>
                  <a:pt x="0" y="933450"/>
                </a:moveTo>
                <a:lnTo>
                  <a:pt x="19812" y="913906"/>
                </a:lnTo>
                <a:lnTo>
                  <a:pt x="39624" y="894167"/>
                </a:lnTo>
                <a:lnTo>
                  <a:pt x="59436" y="874234"/>
                </a:lnTo>
                <a:lnTo>
                  <a:pt x="79248" y="854107"/>
                </a:lnTo>
                <a:lnTo>
                  <a:pt x="99060" y="833785"/>
                </a:lnTo>
                <a:lnTo>
                  <a:pt x="118872" y="813268"/>
                </a:lnTo>
                <a:lnTo>
                  <a:pt x="138684" y="792557"/>
                </a:lnTo>
                <a:lnTo>
                  <a:pt x="158496" y="771652"/>
                </a:lnTo>
                <a:lnTo>
                  <a:pt x="178308" y="750552"/>
                </a:lnTo>
                <a:lnTo>
                  <a:pt x="198120" y="729258"/>
                </a:lnTo>
                <a:lnTo>
                  <a:pt x="217932" y="707769"/>
                </a:lnTo>
                <a:lnTo>
                  <a:pt x="237744" y="686086"/>
                </a:lnTo>
                <a:lnTo>
                  <a:pt x="257556" y="664208"/>
                </a:lnTo>
                <a:lnTo>
                  <a:pt x="277368" y="642136"/>
                </a:lnTo>
                <a:lnTo>
                  <a:pt x="297180" y="619869"/>
                </a:lnTo>
                <a:lnTo>
                  <a:pt x="316992" y="597408"/>
                </a:lnTo>
                <a:lnTo>
                  <a:pt x="336804" y="574752"/>
                </a:lnTo>
                <a:lnTo>
                  <a:pt x="356616" y="551902"/>
                </a:lnTo>
                <a:lnTo>
                  <a:pt x="376428" y="528858"/>
                </a:lnTo>
                <a:lnTo>
                  <a:pt x="396240" y="505619"/>
                </a:lnTo>
                <a:lnTo>
                  <a:pt x="416052" y="482185"/>
                </a:lnTo>
                <a:lnTo>
                  <a:pt x="435864" y="458557"/>
                </a:lnTo>
                <a:lnTo>
                  <a:pt x="455676" y="434735"/>
                </a:lnTo>
                <a:lnTo>
                  <a:pt x="475488" y="410718"/>
                </a:lnTo>
                <a:lnTo>
                  <a:pt x="495300" y="386507"/>
                </a:lnTo>
                <a:lnTo>
                  <a:pt x="515112" y="362101"/>
                </a:lnTo>
                <a:lnTo>
                  <a:pt x="534924" y="337501"/>
                </a:lnTo>
                <a:lnTo>
                  <a:pt x="554736" y="312706"/>
                </a:lnTo>
                <a:lnTo>
                  <a:pt x="574548" y="287717"/>
                </a:lnTo>
                <a:lnTo>
                  <a:pt x="594360" y="262533"/>
                </a:lnTo>
                <a:lnTo>
                  <a:pt x="614172" y="237155"/>
                </a:lnTo>
                <a:lnTo>
                  <a:pt x="633984" y="211582"/>
                </a:lnTo>
                <a:lnTo>
                  <a:pt x="653796" y="185815"/>
                </a:lnTo>
                <a:lnTo>
                  <a:pt x="673608" y="159853"/>
                </a:lnTo>
                <a:lnTo>
                  <a:pt x="693420" y="133697"/>
                </a:lnTo>
                <a:lnTo>
                  <a:pt x="713232" y="107347"/>
                </a:lnTo>
                <a:lnTo>
                  <a:pt x="733044" y="80802"/>
                </a:lnTo>
                <a:lnTo>
                  <a:pt x="752856" y="54062"/>
                </a:lnTo>
                <a:lnTo>
                  <a:pt x="772668" y="27128"/>
                </a:lnTo>
                <a:lnTo>
                  <a:pt x="792480" y="0"/>
                </a:lnTo>
              </a:path>
            </a:pathLst>
          </a:custGeom>
          <a:noFill/>
          <a:ln w="31750">
            <a:solidFill>
              <a:srgbClr val="D6006F"/>
            </a:solidFill>
          </a:ln>
        </p:spPr>
        <p:txBody>
          <a:bodyPr/>
          <a:lstStyle/>
          <a:p>
            <a:endParaRPr lang="zh-TW" altLang="en-US"/>
          </a:p>
        </p:txBody>
      </p:sp>
      <p:sp>
        <p:nvSpPr>
          <p:cNvPr id="48" name="P48"/>
          <p:cNvSpPr/>
          <p:nvPr/>
        </p:nvSpPr>
        <p:spPr>
          <a:xfrm>
            <a:off x="7025640" y="1465898"/>
            <a:ext cx="792480" cy="777875"/>
          </a:xfrm>
          <a:custGeom>
            <a:avLst/>
            <a:gdLst/>
            <a:ahLst/>
            <a:cxnLst/>
            <a:rect l="0" t="0" r="r" b="b"/>
            <a:pathLst>
              <a:path w="792480" h="777875">
                <a:moveTo>
                  <a:pt x="0" y="777875"/>
                </a:moveTo>
                <a:lnTo>
                  <a:pt x="19812" y="750844"/>
                </a:lnTo>
                <a:lnTo>
                  <a:pt x="39624" y="724202"/>
                </a:lnTo>
                <a:lnTo>
                  <a:pt x="59436" y="697948"/>
                </a:lnTo>
                <a:lnTo>
                  <a:pt x="79248" y="672084"/>
                </a:lnTo>
                <a:lnTo>
                  <a:pt x="99060" y="646609"/>
                </a:lnTo>
                <a:lnTo>
                  <a:pt x="118872" y="621522"/>
                </a:lnTo>
                <a:lnTo>
                  <a:pt x="138684" y="596825"/>
                </a:lnTo>
                <a:lnTo>
                  <a:pt x="158496" y="572516"/>
                </a:lnTo>
                <a:lnTo>
                  <a:pt x="178308" y="548596"/>
                </a:lnTo>
                <a:lnTo>
                  <a:pt x="198120" y="525066"/>
                </a:lnTo>
                <a:lnTo>
                  <a:pt x="217932" y="501924"/>
                </a:lnTo>
                <a:lnTo>
                  <a:pt x="237744" y="479171"/>
                </a:lnTo>
                <a:lnTo>
                  <a:pt x="257556" y="456807"/>
                </a:lnTo>
                <a:lnTo>
                  <a:pt x="277368" y="434832"/>
                </a:lnTo>
                <a:lnTo>
                  <a:pt x="297180" y="413246"/>
                </a:lnTo>
                <a:lnTo>
                  <a:pt x="316992" y="392049"/>
                </a:lnTo>
                <a:lnTo>
                  <a:pt x="336804" y="371241"/>
                </a:lnTo>
                <a:lnTo>
                  <a:pt x="356616" y="350822"/>
                </a:lnTo>
                <a:lnTo>
                  <a:pt x="376428" y="330791"/>
                </a:lnTo>
                <a:lnTo>
                  <a:pt x="396240" y="311150"/>
                </a:lnTo>
                <a:lnTo>
                  <a:pt x="416052" y="291898"/>
                </a:lnTo>
                <a:lnTo>
                  <a:pt x="435864" y="273034"/>
                </a:lnTo>
                <a:lnTo>
                  <a:pt x="455676" y="254560"/>
                </a:lnTo>
                <a:lnTo>
                  <a:pt x="475488" y="236474"/>
                </a:lnTo>
                <a:lnTo>
                  <a:pt x="495300" y="218777"/>
                </a:lnTo>
                <a:lnTo>
                  <a:pt x="515112" y="201470"/>
                </a:lnTo>
                <a:lnTo>
                  <a:pt x="534924" y="184551"/>
                </a:lnTo>
                <a:lnTo>
                  <a:pt x="554736" y="168021"/>
                </a:lnTo>
                <a:lnTo>
                  <a:pt x="574548" y="151880"/>
                </a:lnTo>
                <a:lnTo>
                  <a:pt x="594360" y="136128"/>
                </a:lnTo>
                <a:lnTo>
                  <a:pt x="614172" y="120765"/>
                </a:lnTo>
                <a:lnTo>
                  <a:pt x="633984" y="105791"/>
                </a:lnTo>
                <a:lnTo>
                  <a:pt x="653796" y="91206"/>
                </a:lnTo>
                <a:lnTo>
                  <a:pt x="673608" y="77010"/>
                </a:lnTo>
                <a:lnTo>
                  <a:pt x="693420" y="63202"/>
                </a:lnTo>
                <a:lnTo>
                  <a:pt x="713232" y="49784"/>
                </a:lnTo>
                <a:lnTo>
                  <a:pt x="733044" y="36755"/>
                </a:lnTo>
                <a:lnTo>
                  <a:pt x="752856" y="24114"/>
                </a:lnTo>
                <a:lnTo>
                  <a:pt x="772668" y="11863"/>
                </a:lnTo>
                <a:lnTo>
                  <a:pt x="792480" y="0"/>
                </a:lnTo>
              </a:path>
            </a:pathLst>
          </a:custGeom>
          <a:noFill/>
          <a:ln w="31750">
            <a:solidFill>
              <a:srgbClr val="D6006F"/>
            </a:solidFill>
          </a:ln>
        </p:spPr>
        <p:txBody>
          <a:bodyPr/>
          <a:lstStyle/>
          <a:p>
            <a:endParaRPr lang="zh-TW" altLang="en-US"/>
          </a:p>
        </p:txBody>
      </p:sp>
      <p:sp>
        <p:nvSpPr>
          <p:cNvPr id="49" name="T49"/>
          <p:cNvSpPr txBox="1"/>
          <p:nvPr/>
        </p:nvSpPr>
        <p:spPr>
          <a:xfrm>
            <a:off x="320040" y="4069080"/>
            <a:ext cx="8458200" cy="777240"/>
          </a:xfrm>
          <a:prstGeom prst="roundRect">
            <a:avLst/>
          </a:prstGeom>
          <a:solidFill>
            <a:srgbClr val="FFF6E0"/>
          </a:solidFill>
          <a:ln>
            <a:noFill/>
          </a:ln>
        </p:spPr>
        <p:txBody>
          <a:bodyPr wrap="square" lIns="91440" tIns="45720" rIns="91440" bIns="45720" anchor="ctr">
            <a:noAutofit/>
          </a:bodyPr>
          <a:lstStyle/>
          <a:p>
            <a:pPr algn="l">
              <a:lnSpc>
                <a:spcPct val="100000"/>
              </a:lnSpc>
              <a:buNone/>
            </a:pPr>
            <a:r>
              <a:rPr lang="zh-TW" altLang="en-US" sz="2400" b="0" dirty="0">
                <a:solidFill>
                  <a:srgbClr val="2B3050"/>
                </a:solidFill>
                <a:latin typeface="Calibri"/>
                <a:ea typeface="微軟正黑體"/>
                <a:cs typeface="Calibri"/>
              </a:rPr>
              <a:t>v–t 三段直線；s–t：凹上、凹上、凹下，t = 15 s 時斜率仍為 15（未停車）</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fade">
                                      <p:cBhvr>
                                        <p:cTn id="18" dur="500"/>
                                        <p:tgtEl>
                                          <p:spTgt spid="4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fade">
                                      <p:cBhvr>
                                        <p:cTn id="21" dur="500"/>
                                        <p:tgtEl>
                                          <p:spTgt spid="4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8"/>
                                        </p:tgtEl>
                                        <p:attrNameLst>
                                          <p:attrName>style.visibility</p:attrName>
                                        </p:attrNameLst>
                                      </p:cBhvr>
                                      <p:to>
                                        <p:strVal val="visible"/>
                                      </p:to>
                                    </p:set>
                                    <p:animEffect transition="in" filter="fade">
                                      <p:cBhvr>
                                        <p:cTn id="24"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46" grpId="0" animBg="1"/>
      <p:bldP spid="47" grpId="0" animBg="1"/>
      <p:bldP spid="4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2-4　題目與思考重點</a:t>
            </a:r>
          </a:p>
        </p:txBody>
      </p:sp>
      <p:sp>
        <p:nvSpPr>
          <p:cNvPr id="11" name="T11"/>
          <p:cNvSpPr txBox="1"/>
          <p:nvPr/>
        </p:nvSpPr>
        <p:spPr>
          <a:xfrm>
            <a:off x="320040" y="868680"/>
            <a:ext cx="5120640" cy="1792224"/>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汽車的 v–s 圖如右：</a:t>
            </a:r>
            <a:endParaRPr lang="zh-TW" sz="2400"/>
          </a:p>
          <a:p>
            <a:pPr algn="l">
              <a:lnSpc>
                <a:spcPct val="100000"/>
              </a:lnSpc>
              <a:buNone/>
            </a:pPr>
            <a:r>
              <a:rPr lang="zh-TW" altLang="en-US" sz="2400" b="0" dirty="0">
                <a:solidFill>
                  <a:srgbClr val="2B3050"/>
                </a:solidFill>
                <a:latin typeface="Calibri"/>
                <a:ea typeface="微軟正黑體"/>
                <a:cs typeface="Calibri"/>
              </a:rPr>
              <a:t>0–100 m 直線由 0 升到 30 m/s，</a:t>
            </a:r>
            <a:endParaRPr lang="zh-TW" sz="2400"/>
          </a:p>
          <a:p>
            <a:pPr algn="l">
              <a:lnSpc>
                <a:spcPct val="100000"/>
              </a:lnSpc>
              <a:buNone/>
            </a:pPr>
            <a:r>
              <a:rPr lang="zh-TW" altLang="en-US" sz="2400" b="0" dirty="0">
                <a:solidFill>
                  <a:srgbClr val="2B3050"/>
                </a:solidFill>
                <a:latin typeface="Calibri"/>
                <a:ea typeface="微軟正黑體"/>
                <a:cs typeface="Calibri"/>
              </a:rPr>
              <a:t>100–200 m 維持 30 m/s。</a:t>
            </a:r>
            <a:endParaRPr lang="zh-TW" sz="2400"/>
          </a:p>
          <a:p>
            <a:pPr algn="l">
              <a:lnSpc>
                <a:spcPct val="100000"/>
              </a:lnSpc>
              <a:buNone/>
            </a:pPr>
            <a:r>
              <a:rPr lang="zh-TW" altLang="en-US" sz="2400" b="0" dirty="0">
                <a:solidFill>
                  <a:srgbClr val="2B3050"/>
                </a:solidFill>
                <a:latin typeface="Calibri"/>
                <a:ea typeface="微軟正黑體"/>
                <a:cs typeface="Calibri"/>
              </a:rPr>
              <a:t>畫 a–s 圖，求 s = 150 m 的 a。</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2-2 圖解法</a:t>
            </a:r>
            <a:endParaRPr lang="zh-TW" sz="2400"/>
          </a:p>
        </p:txBody>
      </p:sp>
      <p:sp>
        <p:nvSpPr>
          <p:cNvPr id="13" name="T13"/>
          <p:cNvSpPr txBox="1"/>
          <p:nvPr/>
        </p:nvSpPr>
        <p:spPr>
          <a:xfrm>
            <a:off x="320040" y="2770632"/>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3429000" y="2770632"/>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3227832"/>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橫軸是 s 不是 t → 斜率不是 a</a:t>
            </a:r>
            <a:endParaRPr lang="zh-TW" sz="2400"/>
          </a:p>
        </p:txBody>
      </p:sp>
      <p:sp>
        <p:nvSpPr>
          <p:cNvPr id="16" name="T16"/>
          <p:cNvSpPr txBox="1"/>
          <p:nvPr/>
        </p:nvSpPr>
        <p:spPr>
          <a:xfrm>
            <a:off x="502920" y="3666744"/>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用 a ds = v dv → a = v (dv/ds)</a:t>
            </a:r>
            <a:endParaRPr lang="zh-TW" sz="2400"/>
          </a:p>
        </p:txBody>
      </p:sp>
      <p:sp>
        <p:nvSpPr>
          <p:cNvPr id="17" name="T17"/>
          <p:cNvSpPr txBox="1"/>
          <p:nvPr/>
        </p:nvSpPr>
        <p:spPr>
          <a:xfrm>
            <a:off x="502920" y="4105656"/>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分兩段計算</a:t>
            </a:r>
            <a:endParaRPr lang="zh-TW" sz="2400"/>
          </a:p>
        </p:txBody>
      </p:sp>
      <p:cxnSp>
        <p:nvCxnSpPr>
          <p:cNvPr id="18" name="L18"/>
          <p:cNvCxnSpPr/>
          <p:nvPr/>
        </p:nvCxnSpPr>
        <p:spPr>
          <a:xfrm>
            <a:off x="6080760" y="3063240"/>
            <a:ext cx="2560320" cy="0"/>
          </a:xfrm>
          <a:prstGeom prst="line">
            <a:avLst/>
          </a:prstGeom>
          <a:ln w="15875">
            <a:solidFill>
              <a:srgbClr val="2B3050"/>
            </a:solidFill>
            <a:tailEnd type="triangle" w="med" len="med"/>
          </a:ln>
        </p:spPr>
      </p:cxnSp>
      <p:cxnSp>
        <p:nvCxnSpPr>
          <p:cNvPr id="19" name="L19"/>
          <p:cNvCxnSpPr/>
          <p:nvPr/>
        </p:nvCxnSpPr>
        <p:spPr>
          <a:xfrm flipV="1">
            <a:off x="6126480" y="1143000"/>
            <a:ext cx="0" cy="1965960"/>
          </a:xfrm>
          <a:prstGeom prst="line">
            <a:avLst/>
          </a:prstGeom>
          <a:ln w="15875">
            <a:solidFill>
              <a:srgbClr val="2B3050"/>
            </a:solidFill>
            <a:tailEnd type="triangle" w="med" len="med"/>
          </a:ln>
        </p:spPr>
      </p:cxnSp>
      <p:sp>
        <p:nvSpPr>
          <p:cNvPr id="20" name="T20"/>
          <p:cNvSpPr txBox="1"/>
          <p:nvPr/>
        </p:nvSpPr>
        <p:spPr>
          <a:xfrm>
            <a:off x="8138160" y="3081528"/>
            <a:ext cx="91440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s (m)</a:t>
            </a:r>
            <a:endParaRPr lang="zh-TW" sz="2400"/>
          </a:p>
        </p:txBody>
      </p:sp>
      <p:sp>
        <p:nvSpPr>
          <p:cNvPr id="21" name="T21"/>
          <p:cNvSpPr txBox="1"/>
          <p:nvPr/>
        </p:nvSpPr>
        <p:spPr>
          <a:xfrm>
            <a:off x="6181344" y="914400"/>
            <a:ext cx="14630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v (m/s)</a:t>
            </a:r>
            <a:endParaRPr lang="zh-TW" sz="2400"/>
          </a:p>
        </p:txBody>
      </p:sp>
      <p:sp>
        <p:nvSpPr>
          <p:cNvPr id="22" name="P22"/>
          <p:cNvSpPr/>
          <p:nvPr/>
        </p:nvSpPr>
        <p:spPr>
          <a:xfrm>
            <a:off x="6126480" y="1554480"/>
            <a:ext cx="2011680" cy="1508760"/>
          </a:xfrm>
          <a:custGeom>
            <a:avLst/>
            <a:gdLst/>
            <a:ahLst/>
            <a:cxnLst/>
            <a:rect l="0" t="0" r="r" b="b"/>
            <a:pathLst>
              <a:path w="2011680" h="1508760">
                <a:moveTo>
                  <a:pt x="0" y="1508760"/>
                </a:moveTo>
                <a:lnTo>
                  <a:pt x="1005840" y="0"/>
                </a:lnTo>
                <a:lnTo>
                  <a:pt x="2011680" y="0"/>
                </a:lnTo>
              </a:path>
            </a:pathLst>
          </a:custGeom>
          <a:noFill/>
          <a:ln w="31750">
            <a:solidFill>
              <a:srgbClr val="D6006F"/>
            </a:solidFill>
          </a:ln>
        </p:spPr>
        <p:txBody>
          <a:bodyPr/>
          <a:lstStyle/>
          <a:p>
            <a:endParaRPr lang="zh-TW" altLang="en-US"/>
          </a:p>
        </p:txBody>
      </p:sp>
      <p:sp>
        <p:nvSpPr>
          <p:cNvPr id="23" name="T23"/>
          <p:cNvSpPr txBox="1"/>
          <p:nvPr/>
        </p:nvSpPr>
        <p:spPr>
          <a:xfrm>
            <a:off x="5669280" y="1353312"/>
            <a:ext cx="45720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30</a:t>
            </a:r>
            <a:endParaRPr lang="zh-TW" sz="2400"/>
          </a:p>
        </p:txBody>
      </p:sp>
      <p:sp>
        <p:nvSpPr>
          <p:cNvPr id="24" name="T24"/>
          <p:cNvSpPr txBox="1"/>
          <p:nvPr/>
        </p:nvSpPr>
        <p:spPr>
          <a:xfrm>
            <a:off x="6766560" y="2651760"/>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100</a:t>
            </a:r>
            <a:endParaRPr lang="zh-TW" sz="2400"/>
          </a:p>
        </p:txBody>
      </p:sp>
      <p:sp>
        <p:nvSpPr>
          <p:cNvPr id="25" name="T25"/>
          <p:cNvSpPr txBox="1"/>
          <p:nvPr/>
        </p:nvSpPr>
        <p:spPr>
          <a:xfrm>
            <a:off x="7772400" y="2651760"/>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200</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2-4　解題重點</a:t>
            </a:r>
          </a:p>
        </p:txBody>
      </p:sp>
      <p:sp>
        <p:nvSpPr>
          <p:cNvPr id="11" name="S11"/>
          <p:cNvSpPr/>
          <p:nvPr/>
        </p:nvSpPr>
        <p:spPr>
          <a:xfrm>
            <a:off x="338328" y="93268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3268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0–100 m：v = 0.3s，dv/ds = 0.3 (1/s)</a:t>
            </a:r>
            <a:endParaRPr lang="zh-TW" sz="2400"/>
          </a:p>
        </p:txBody>
      </p:sp>
      <p:sp>
        <p:nvSpPr>
          <p:cNvPr id="14" name="S14"/>
          <p:cNvSpPr/>
          <p:nvPr/>
        </p:nvSpPr>
        <p:spPr>
          <a:xfrm>
            <a:off x="338328" y="142646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42646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362456"/>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a = v (dv/ds) = (0.3s)(0.3) = 0.09s → 由 0 增到 9 m/s²</a:t>
            </a:r>
            <a:endParaRPr lang="zh-TW" sz="2400"/>
          </a:p>
        </p:txBody>
      </p:sp>
      <p:sp>
        <p:nvSpPr>
          <p:cNvPr id="17" name="S17"/>
          <p:cNvSpPr/>
          <p:nvPr/>
        </p:nvSpPr>
        <p:spPr>
          <a:xfrm>
            <a:off x="338328" y="1920240"/>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192024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1856232"/>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100–200 m：v = 30 m/s 固定 → a = 0</a:t>
            </a:r>
            <a:endParaRPr lang="zh-TW" sz="2400"/>
          </a:p>
        </p:txBody>
      </p:sp>
      <p:sp>
        <p:nvSpPr>
          <p:cNvPr id="20" name="S20"/>
          <p:cNvSpPr/>
          <p:nvPr/>
        </p:nvSpPr>
        <p:spPr>
          <a:xfrm>
            <a:off x="338328" y="2414016"/>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2414016"/>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2" name="T22"/>
          <p:cNvSpPr txBox="1"/>
          <p:nvPr/>
        </p:nvSpPr>
        <p:spPr>
          <a:xfrm>
            <a:off x="777240" y="2350008"/>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s = 150 m 在後段 → a = 0</a:t>
            </a:r>
            <a:endParaRPr lang="zh-TW" sz="2400"/>
          </a:p>
        </p:txBody>
      </p:sp>
      <p:sp>
        <p:nvSpPr>
          <p:cNvPr id="23" name="T23"/>
          <p:cNvSpPr txBox="1"/>
          <p:nvPr/>
        </p:nvSpPr>
        <p:spPr>
          <a:xfrm>
            <a:off x="320040" y="2898648"/>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s = 150 m 時 a = 0；前段 a = 0.09s（最大 9 m/s²）</a:t>
            </a:r>
            <a:endParaRPr lang="zh-TW" sz="2400"/>
          </a:p>
        </p:txBody>
      </p:sp>
      <p:sp>
        <p:nvSpPr>
          <p:cNvPr id="24" name="T24"/>
          <p:cNvSpPr txBox="1"/>
          <p:nvPr/>
        </p:nvSpPr>
        <p:spPr>
          <a:xfrm>
            <a:off x="320040" y="3483864"/>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橫軸是 t，斜率就是 a；橫軸是 s，斜率要乘 v</a:t>
            </a:r>
            <a:endParaRPr lang="zh-TW" sz="2400"/>
          </a:p>
        </p:txBody>
      </p:sp>
      <p:sp>
        <p:nvSpPr>
          <p:cNvPr id="25" name="T25"/>
          <p:cNvSpPr txBox="1"/>
          <p:nvPr/>
        </p:nvSpPr>
        <p:spPr>
          <a:xfrm>
            <a:off x="320040" y="4014216"/>
            <a:ext cx="84582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註：課本 a–s 圖縱軸標 10，計算峰值為 9 m/s²。</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2-4　所求圖形：a–s</a:t>
            </a:r>
          </a:p>
        </p:txBody>
      </p:sp>
      <p:cxnSp>
        <p:nvCxnSpPr>
          <p:cNvPr id="11" name="L11"/>
          <p:cNvCxnSpPr/>
          <p:nvPr/>
        </p:nvCxnSpPr>
        <p:spPr>
          <a:xfrm>
            <a:off x="1143000" y="3931920"/>
            <a:ext cx="3840480" cy="0"/>
          </a:xfrm>
          <a:prstGeom prst="line">
            <a:avLst/>
          </a:prstGeom>
          <a:ln w="15875">
            <a:solidFill>
              <a:srgbClr val="2B3050"/>
            </a:solidFill>
            <a:tailEnd type="triangle" w="med" len="med"/>
          </a:ln>
        </p:spPr>
      </p:cxnSp>
      <p:cxnSp>
        <p:nvCxnSpPr>
          <p:cNvPr id="12" name="L12"/>
          <p:cNvCxnSpPr/>
          <p:nvPr/>
        </p:nvCxnSpPr>
        <p:spPr>
          <a:xfrm flipV="1">
            <a:off x="1143000" y="1143000"/>
            <a:ext cx="0" cy="2807208"/>
          </a:xfrm>
          <a:prstGeom prst="line">
            <a:avLst/>
          </a:prstGeom>
          <a:ln w="15875">
            <a:solidFill>
              <a:srgbClr val="2B3050"/>
            </a:solidFill>
            <a:tailEnd type="triangle" w="med" len="med"/>
          </a:ln>
        </p:spPr>
      </p:cxnSp>
      <p:sp>
        <p:nvSpPr>
          <p:cNvPr id="13" name="T13"/>
          <p:cNvSpPr txBox="1"/>
          <p:nvPr/>
        </p:nvSpPr>
        <p:spPr>
          <a:xfrm>
            <a:off x="5001768" y="3730752"/>
            <a:ext cx="8229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s (m)</a:t>
            </a:r>
            <a:endParaRPr lang="zh-TW" sz="2400"/>
          </a:p>
        </p:txBody>
      </p:sp>
      <p:sp>
        <p:nvSpPr>
          <p:cNvPr id="14" name="T14"/>
          <p:cNvSpPr txBox="1"/>
          <p:nvPr/>
        </p:nvSpPr>
        <p:spPr>
          <a:xfrm>
            <a:off x="1188720" y="868680"/>
            <a:ext cx="17373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a (m/s²)</a:t>
            </a:r>
            <a:endParaRPr lang="zh-TW" sz="2400"/>
          </a:p>
        </p:txBody>
      </p:sp>
      <p:cxnSp>
        <p:nvCxnSpPr>
          <p:cNvPr id="15" name="L15"/>
          <p:cNvCxnSpPr/>
          <p:nvPr/>
        </p:nvCxnSpPr>
        <p:spPr>
          <a:xfrm>
            <a:off x="2971800" y="3931920"/>
            <a:ext cx="0" cy="64008"/>
          </a:xfrm>
          <a:prstGeom prst="line">
            <a:avLst/>
          </a:prstGeom>
          <a:ln w="12700">
            <a:solidFill>
              <a:srgbClr val="2B3050"/>
            </a:solidFill>
          </a:ln>
        </p:spPr>
      </p:cxnSp>
      <p:sp>
        <p:nvSpPr>
          <p:cNvPr id="16" name="T16"/>
          <p:cNvSpPr txBox="1"/>
          <p:nvPr/>
        </p:nvSpPr>
        <p:spPr>
          <a:xfrm>
            <a:off x="2606040" y="396849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100</a:t>
            </a:r>
            <a:endParaRPr lang="zh-TW" sz="2400"/>
          </a:p>
        </p:txBody>
      </p:sp>
      <p:cxnSp>
        <p:nvCxnSpPr>
          <p:cNvPr id="17" name="L17"/>
          <p:cNvCxnSpPr/>
          <p:nvPr/>
        </p:nvCxnSpPr>
        <p:spPr>
          <a:xfrm>
            <a:off x="3886200" y="3931920"/>
            <a:ext cx="0" cy="64008"/>
          </a:xfrm>
          <a:prstGeom prst="line">
            <a:avLst/>
          </a:prstGeom>
          <a:ln w="12700">
            <a:solidFill>
              <a:srgbClr val="2B3050"/>
            </a:solidFill>
          </a:ln>
        </p:spPr>
      </p:cxnSp>
      <p:sp>
        <p:nvSpPr>
          <p:cNvPr id="18" name="T18"/>
          <p:cNvSpPr txBox="1"/>
          <p:nvPr/>
        </p:nvSpPr>
        <p:spPr>
          <a:xfrm>
            <a:off x="3520440" y="396849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150</a:t>
            </a:r>
            <a:endParaRPr lang="zh-TW" sz="2400"/>
          </a:p>
        </p:txBody>
      </p:sp>
      <p:cxnSp>
        <p:nvCxnSpPr>
          <p:cNvPr id="19" name="L19"/>
          <p:cNvCxnSpPr/>
          <p:nvPr/>
        </p:nvCxnSpPr>
        <p:spPr>
          <a:xfrm>
            <a:off x="4800600" y="3931920"/>
            <a:ext cx="0" cy="64008"/>
          </a:xfrm>
          <a:prstGeom prst="line">
            <a:avLst/>
          </a:prstGeom>
          <a:ln w="12700">
            <a:solidFill>
              <a:srgbClr val="2B3050"/>
            </a:solidFill>
          </a:ln>
        </p:spPr>
      </p:cxnSp>
      <p:sp>
        <p:nvSpPr>
          <p:cNvPr id="20" name="T20"/>
          <p:cNvSpPr txBox="1"/>
          <p:nvPr/>
        </p:nvSpPr>
        <p:spPr>
          <a:xfrm>
            <a:off x="4434840" y="396849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200</a:t>
            </a:r>
            <a:endParaRPr lang="zh-TW" sz="2400"/>
          </a:p>
        </p:txBody>
      </p:sp>
      <p:cxnSp>
        <p:nvCxnSpPr>
          <p:cNvPr id="21" name="L21"/>
          <p:cNvCxnSpPr/>
          <p:nvPr/>
        </p:nvCxnSpPr>
        <p:spPr>
          <a:xfrm>
            <a:off x="1078992" y="1698171"/>
            <a:ext cx="64008" cy="0"/>
          </a:xfrm>
          <a:prstGeom prst="line">
            <a:avLst/>
          </a:prstGeom>
          <a:ln w="12700">
            <a:solidFill>
              <a:srgbClr val="2B3050"/>
            </a:solidFill>
          </a:ln>
        </p:spPr>
      </p:cxnSp>
      <p:sp>
        <p:nvSpPr>
          <p:cNvPr id="22" name="T22"/>
          <p:cNvSpPr txBox="1"/>
          <p:nvPr/>
        </p:nvSpPr>
        <p:spPr>
          <a:xfrm>
            <a:off x="228600" y="1497003"/>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9</a:t>
            </a:r>
            <a:endParaRPr lang="zh-TW" sz="2400"/>
          </a:p>
        </p:txBody>
      </p:sp>
      <p:sp>
        <p:nvSpPr>
          <p:cNvPr id="23" name="P23"/>
          <p:cNvSpPr/>
          <p:nvPr/>
        </p:nvSpPr>
        <p:spPr>
          <a:xfrm>
            <a:off x="1143000" y="1698171"/>
            <a:ext cx="1828800" cy="2233749"/>
          </a:xfrm>
          <a:custGeom>
            <a:avLst/>
            <a:gdLst/>
            <a:ahLst/>
            <a:cxnLst/>
            <a:rect l="0" t="0" r="r" b="b"/>
            <a:pathLst>
              <a:path w="1828800" h="2233749">
                <a:moveTo>
                  <a:pt x="0" y="2233749"/>
                </a:moveTo>
                <a:lnTo>
                  <a:pt x="45720" y="2177905"/>
                </a:lnTo>
                <a:lnTo>
                  <a:pt x="91440" y="2122061"/>
                </a:lnTo>
                <a:lnTo>
                  <a:pt x="137160" y="2066217"/>
                </a:lnTo>
                <a:lnTo>
                  <a:pt x="182880" y="2010374"/>
                </a:lnTo>
                <a:lnTo>
                  <a:pt x="228600" y="1954530"/>
                </a:lnTo>
                <a:lnTo>
                  <a:pt x="274320" y="1898686"/>
                </a:lnTo>
                <a:lnTo>
                  <a:pt x="320040" y="1842843"/>
                </a:lnTo>
                <a:lnTo>
                  <a:pt x="365760" y="1786999"/>
                </a:lnTo>
                <a:lnTo>
                  <a:pt x="411480" y="1731155"/>
                </a:lnTo>
                <a:lnTo>
                  <a:pt x="457200" y="1675311"/>
                </a:lnTo>
                <a:lnTo>
                  <a:pt x="502920" y="1619468"/>
                </a:lnTo>
                <a:lnTo>
                  <a:pt x="548640" y="1563624"/>
                </a:lnTo>
                <a:lnTo>
                  <a:pt x="594360" y="1507780"/>
                </a:lnTo>
                <a:lnTo>
                  <a:pt x="640080" y="1451937"/>
                </a:lnTo>
                <a:lnTo>
                  <a:pt x="685800" y="1396093"/>
                </a:lnTo>
                <a:lnTo>
                  <a:pt x="731520" y="1340249"/>
                </a:lnTo>
                <a:lnTo>
                  <a:pt x="777240" y="1284405"/>
                </a:lnTo>
                <a:lnTo>
                  <a:pt x="822960" y="1228562"/>
                </a:lnTo>
                <a:lnTo>
                  <a:pt x="868680" y="1172718"/>
                </a:lnTo>
                <a:lnTo>
                  <a:pt x="914400" y="1116874"/>
                </a:lnTo>
                <a:lnTo>
                  <a:pt x="960120" y="1061031"/>
                </a:lnTo>
                <a:lnTo>
                  <a:pt x="1005840" y="1005187"/>
                </a:lnTo>
                <a:lnTo>
                  <a:pt x="1051560" y="949343"/>
                </a:lnTo>
                <a:lnTo>
                  <a:pt x="1097280" y="893499"/>
                </a:lnTo>
                <a:lnTo>
                  <a:pt x="1143000" y="837656"/>
                </a:lnTo>
                <a:lnTo>
                  <a:pt x="1188720" y="781812"/>
                </a:lnTo>
                <a:lnTo>
                  <a:pt x="1234440" y="725968"/>
                </a:lnTo>
                <a:lnTo>
                  <a:pt x="1280160" y="670125"/>
                </a:lnTo>
                <a:lnTo>
                  <a:pt x="1325880" y="614281"/>
                </a:lnTo>
                <a:lnTo>
                  <a:pt x="1371600" y="558437"/>
                </a:lnTo>
                <a:lnTo>
                  <a:pt x="1417320" y="502593"/>
                </a:lnTo>
                <a:lnTo>
                  <a:pt x="1463040" y="446750"/>
                </a:lnTo>
                <a:lnTo>
                  <a:pt x="1508760" y="390906"/>
                </a:lnTo>
                <a:lnTo>
                  <a:pt x="1554480" y="335062"/>
                </a:lnTo>
                <a:lnTo>
                  <a:pt x="1600200" y="279219"/>
                </a:lnTo>
                <a:lnTo>
                  <a:pt x="1645920" y="223375"/>
                </a:lnTo>
                <a:lnTo>
                  <a:pt x="1691640" y="167531"/>
                </a:lnTo>
                <a:lnTo>
                  <a:pt x="1737360" y="111687"/>
                </a:lnTo>
                <a:lnTo>
                  <a:pt x="1783080" y="55844"/>
                </a:lnTo>
                <a:lnTo>
                  <a:pt x="1828800" y="0"/>
                </a:lnTo>
              </a:path>
            </a:pathLst>
          </a:custGeom>
          <a:noFill/>
          <a:ln w="31750">
            <a:solidFill>
              <a:srgbClr val="D6006F"/>
            </a:solidFill>
          </a:ln>
        </p:spPr>
        <p:txBody>
          <a:bodyPr/>
          <a:lstStyle/>
          <a:p>
            <a:endParaRPr lang="zh-TW" altLang="en-US"/>
          </a:p>
        </p:txBody>
      </p:sp>
      <p:sp>
        <p:nvSpPr>
          <p:cNvPr id="24" name="P24"/>
          <p:cNvSpPr/>
          <p:nvPr/>
        </p:nvSpPr>
        <p:spPr>
          <a:xfrm>
            <a:off x="2971800" y="3931920"/>
            <a:ext cx="1828800" cy="9144"/>
          </a:xfrm>
          <a:custGeom>
            <a:avLst/>
            <a:gdLst/>
            <a:ahLst/>
            <a:cxnLst/>
            <a:rect l="0" t="0" r="r" b="b"/>
            <a:pathLst>
              <a:path w="1828800" h="9144">
                <a:moveTo>
                  <a:pt x="0" y="0"/>
                </a:moveTo>
                <a:lnTo>
                  <a:pt x="1828800" y="0"/>
                </a:lnTo>
              </a:path>
            </a:pathLst>
          </a:custGeom>
          <a:noFill/>
          <a:ln w="44450">
            <a:solidFill>
              <a:srgbClr val="D6006F"/>
            </a:solidFill>
          </a:ln>
        </p:spPr>
        <p:txBody>
          <a:bodyPr/>
          <a:lstStyle/>
          <a:p>
            <a:endParaRPr lang="zh-TW" altLang="en-US"/>
          </a:p>
        </p:txBody>
      </p:sp>
      <p:sp>
        <p:nvSpPr>
          <p:cNvPr id="25" name="S25"/>
          <p:cNvSpPr/>
          <p:nvPr/>
        </p:nvSpPr>
        <p:spPr>
          <a:xfrm>
            <a:off x="3831336" y="3877056"/>
            <a:ext cx="109728" cy="109728"/>
          </a:xfrm>
          <a:prstGeom prst="ellipse">
            <a:avLst/>
          </a:prstGeom>
          <a:solidFill>
            <a:srgbClr val="1F8899"/>
          </a:solidFill>
          <a:ln>
            <a:noFill/>
          </a:ln>
        </p:spPr>
        <p:txBody>
          <a:bodyPr/>
          <a:lstStyle/>
          <a:p>
            <a:endParaRPr lang="zh-TW" altLang="en-US"/>
          </a:p>
        </p:txBody>
      </p:sp>
      <p:sp>
        <p:nvSpPr>
          <p:cNvPr id="26" name="T26"/>
          <p:cNvSpPr txBox="1"/>
          <p:nvPr/>
        </p:nvSpPr>
        <p:spPr>
          <a:xfrm>
            <a:off x="3154680" y="3383280"/>
            <a:ext cx="23774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s = 150：a = 0</a:t>
            </a:r>
            <a:endParaRPr lang="zh-TW" sz="2400"/>
          </a:p>
        </p:txBody>
      </p:sp>
      <p:cxnSp>
        <p:nvCxnSpPr>
          <p:cNvPr id="27" name="L27"/>
          <p:cNvCxnSpPr/>
          <p:nvPr/>
        </p:nvCxnSpPr>
        <p:spPr>
          <a:xfrm>
            <a:off x="2971800" y="1698171"/>
            <a:ext cx="0" cy="2233749"/>
          </a:xfrm>
          <a:prstGeom prst="line">
            <a:avLst/>
          </a:prstGeom>
          <a:ln w="12700">
            <a:solidFill>
              <a:srgbClr val="8A8F9C"/>
            </a:solidFill>
            <a:prstDash val="dash"/>
          </a:ln>
        </p:spPr>
      </p:cxnSp>
      <p:sp>
        <p:nvSpPr>
          <p:cNvPr id="28" name="T28"/>
          <p:cNvSpPr txBox="1"/>
          <p:nvPr/>
        </p:nvSpPr>
        <p:spPr>
          <a:xfrm>
            <a:off x="5943600" y="1188720"/>
            <a:ext cx="2834640" cy="2103120"/>
          </a:xfrm>
          <a:prstGeom prst="roundRect">
            <a:avLst/>
          </a:prstGeom>
          <a:solidFill>
            <a:srgbClr val="FFF6E0"/>
          </a:solidFill>
          <a:ln w="19050">
            <a:solidFill>
              <a:srgbClr val="C8901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s = 100 m 處</a:t>
            </a:r>
            <a:endParaRPr lang="zh-TW" sz="2400"/>
          </a:p>
          <a:p>
            <a:pPr algn="l">
              <a:lnSpc>
                <a:spcPct val="100000"/>
              </a:lnSpc>
              <a:buNone/>
            </a:pPr>
            <a:r>
              <a:rPr lang="zh-TW" altLang="en-US" sz="2400" b="0" dirty="0">
                <a:solidFill>
                  <a:srgbClr val="2B3050"/>
                </a:solidFill>
                <a:latin typeface="Calibri"/>
                <a:ea typeface="微軟正黑體"/>
                <a:cs typeface="Calibri"/>
              </a:rPr>
              <a:t>a 由 9 跳到 0</a:t>
            </a:r>
            <a:endParaRPr lang="zh-TW" sz="2400"/>
          </a:p>
          <a:p>
            <a:pPr algn="l">
              <a:lnSpc>
                <a:spcPct val="100000"/>
              </a:lnSpc>
              <a:buNone/>
            </a:pPr>
            <a:r>
              <a:rPr lang="zh-TW" altLang="en-US" sz="2400" b="0" dirty="0">
                <a:solidFill>
                  <a:srgbClr val="2B3050"/>
                </a:solidFill>
                <a:latin typeface="Calibri"/>
                <a:ea typeface="微軟正黑體"/>
                <a:cs typeface="Calibri"/>
              </a:rPr>
              <a:t>（理想跳變，</a:t>
            </a:r>
            <a:endParaRPr lang="zh-TW" sz="2400"/>
          </a:p>
          <a:p>
            <a:pPr algn="l">
              <a:lnSpc>
                <a:spcPct val="100000"/>
              </a:lnSpc>
              <a:buNone/>
            </a:pPr>
            <a:r>
              <a:rPr lang="zh-TW" altLang="en-US" sz="2400" b="0" dirty="0">
                <a:solidFill>
                  <a:srgbClr val="2B3050"/>
                </a:solidFill>
                <a:latin typeface="Calibri"/>
                <a:ea typeface="微軟正黑體"/>
                <a:cs typeface="Calibri"/>
              </a:rPr>
              <a:t>不連成斜線）</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2-5　題目與思考重點</a:t>
            </a:r>
          </a:p>
        </p:txBody>
      </p:sp>
      <p:sp>
        <p:nvSpPr>
          <p:cNvPr id="11" name="T11"/>
          <p:cNvSpPr txBox="1"/>
          <p:nvPr/>
        </p:nvSpPr>
        <p:spPr>
          <a:xfrm>
            <a:off x="320040" y="868680"/>
            <a:ext cx="5120640" cy="1792224"/>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汽車的 v–t 圖如右：</a:t>
            </a:r>
            <a:endParaRPr lang="zh-TW" sz="2400"/>
          </a:p>
          <a:p>
            <a:pPr algn="l">
              <a:lnSpc>
                <a:spcPct val="100000"/>
              </a:lnSpc>
              <a:buNone/>
            </a:pPr>
            <a:r>
              <a:rPr lang="zh-TW" altLang="en-US" sz="2400" b="0" dirty="0">
                <a:solidFill>
                  <a:srgbClr val="2B3050"/>
                </a:solidFill>
                <a:latin typeface="Calibri"/>
                <a:ea typeface="微軟正黑體"/>
                <a:cs typeface="Calibri"/>
              </a:rPr>
              <a:t>0–20 s 由 0 升到 8 m/s，</a:t>
            </a:r>
            <a:endParaRPr lang="zh-TW" sz="2400"/>
          </a:p>
          <a:p>
            <a:pPr algn="l">
              <a:lnSpc>
                <a:spcPct val="100000"/>
              </a:lnSpc>
              <a:buNone/>
            </a:pPr>
            <a:r>
              <a:rPr lang="zh-TW" altLang="en-US" sz="2400" b="0" dirty="0">
                <a:solidFill>
                  <a:srgbClr val="2B3050"/>
                </a:solidFill>
                <a:latin typeface="Calibri"/>
                <a:ea typeface="微軟正黑體"/>
                <a:cs typeface="Calibri"/>
              </a:rPr>
              <a:t>20–25 s 降回 0。</a:t>
            </a:r>
            <a:endParaRPr lang="zh-TW" sz="2400"/>
          </a:p>
          <a:p>
            <a:pPr algn="l">
              <a:lnSpc>
                <a:spcPct val="100000"/>
              </a:lnSpc>
              <a:buNone/>
            </a:pPr>
            <a:r>
              <a:rPr lang="zh-TW" altLang="en-US" sz="2400" b="0" dirty="0">
                <a:solidFill>
                  <a:srgbClr val="2B3050"/>
                </a:solidFill>
                <a:latin typeface="Calibri"/>
                <a:ea typeface="微軟正黑體"/>
                <a:cs typeface="Calibri"/>
              </a:rPr>
              <a:t>畫出 s–t 圖與 a–t 圖。</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2-2 圖解法</a:t>
            </a:r>
            <a:endParaRPr lang="zh-TW" sz="2400"/>
          </a:p>
        </p:txBody>
      </p:sp>
      <p:sp>
        <p:nvSpPr>
          <p:cNvPr id="13" name="T13"/>
          <p:cNvSpPr txBox="1"/>
          <p:nvPr/>
        </p:nvSpPr>
        <p:spPr>
          <a:xfrm>
            <a:off x="320040" y="2770632"/>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3429000" y="2770632"/>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3227832"/>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v–t 斜率 ＝ a；v–t 面積 ＝ Δs</a:t>
            </a:r>
            <a:endParaRPr lang="zh-TW" sz="2400"/>
          </a:p>
        </p:txBody>
      </p:sp>
      <p:sp>
        <p:nvSpPr>
          <p:cNvPr id="16" name="T16"/>
          <p:cNvSpPr txBox="1"/>
          <p:nvPr/>
        </p:nvSpPr>
        <p:spPr>
          <a:xfrm>
            <a:off x="502920" y="3666744"/>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作 s–t 圖取 s(0) = 0</a:t>
            </a:r>
            <a:endParaRPr lang="zh-TW" sz="2400"/>
          </a:p>
        </p:txBody>
      </p:sp>
      <p:sp>
        <p:nvSpPr>
          <p:cNvPr id="17" name="T17"/>
          <p:cNvSpPr txBox="1"/>
          <p:nvPr/>
        </p:nvSpPr>
        <p:spPr>
          <a:xfrm>
            <a:off x="502920" y="4105656"/>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直線 v–t → 拋物線 s–t</a:t>
            </a:r>
            <a:endParaRPr lang="zh-TW" sz="2400"/>
          </a:p>
        </p:txBody>
      </p:sp>
      <p:cxnSp>
        <p:nvCxnSpPr>
          <p:cNvPr id="18" name="L18"/>
          <p:cNvCxnSpPr/>
          <p:nvPr/>
        </p:nvCxnSpPr>
        <p:spPr>
          <a:xfrm>
            <a:off x="6035040" y="3063240"/>
            <a:ext cx="2560320" cy="0"/>
          </a:xfrm>
          <a:prstGeom prst="line">
            <a:avLst/>
          </a:prstGeom>
          <a:ln w="15875">
            <a:solidFill>
              <a:srgbClr val="2B3050"/>
            </a:solidFill>
            <a:tailEnd type="triangle" w="med" len="med"/>
          </a:ln>
        </p:spPr>
      </p:cxnSp>
      <p:cxnSp>
        <p:nvCxnSpPr>
          <p:cNvPr id="19" name="L19"/>
          <p:cNvCxnSpPr/>
          <p:nvPr/>
        </p:nvCxnSpPr>
        <p:spPr>
          <a:xfrm flipV="1">
            <a:off x="6080760" y="1143000"/>
            <a:ext cx="0" cy="1965960"/>
          </a:xfrm>
          <a:prstGeom prst="line">
            <a:avLst/>
          </a:prstGeom>
          <a:ln w="15875">
            <a:solidFill>
              <a:srgbClr val="2B3050"/>
            </a:solidFill>
            <a:tailEnd type="triangle" w="med" len="med"/>
          </a:ln>
        </p:spPr>
      </p:cxnSp>
      <p:sp>
        <p:nvSpPr>
          <p:cNvPr id="20" name="T20"/>
          <p:cNvSpPr txBox="1"/>
          <p:nvPr/>
        </p:nvSpPr>
        <p:spPr>
          <a:xfrm>
            <a:off x="8092440" y="3081528"/>
            <a:ext cx="91440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(s)</a:t>
            </a:r>
            <a:endParaRPr lang="zh-TW" sz="2400"/>
          </a:p>
        </p:txBody>
      </p:sp>
      <p:sp>
        <p:nvSpPr>
          <p:cNvPr id="21" name="T21"/>
          <p:cNvSpPr txBox="1"/>
          <p:nvPr/>
        </p:nvSpPr>
        <p:spPr>
          <a:xfrm>
            <a:off x="6135624" y="914400"/>
            <a:ext cx="14630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v (m/s)</a:t>
            </a:r>
            <a:endParaRPr lang="zh-TW" sz="2400"/>
          </a:p>
        </p:txBody>
      </p:sp>
      <p:sp>
        <p:nvSpPr>
          <p:cNvPr id="22" name="P22"/>
          <p:cNvSpPr/>
          <p:nvPr/>
        </p:nvSpPr>
        <p:spPr>
          <a:xfrm>
            <a:off x="6080760" y="1600200"/>
            <a:ext cx="1943100" cy="1463040"/>
          </a:xfrm>
          <a:custGeom>
            <a:avLst/>
            <a:gdLst/>
            <a:ahLst/>
            <a:cxnLst/>
            <a:rect l="0" t="0" r="r" b="b"/>
            <a:pathLst>
              <a:path w="1943100" h="1463040">
                <a:moveTo>
                  <a:pt x="0" y="1463040"/>
                </a:moveTo>
                <a:lnTo>
                  <a:pt x="1554480" y="0"/>
                </a:lnTo>
                <a:lnTo>
                  <a:pt x="1943100" y="1463040"/>
                </a:lnTo>
              </a:path>
            </a:pathLst>
          </a:custGeom>
          <a:noFill/>
          <a:ln w="31750">
            <a:solidFill>
              <a:srgbClr val="D6006F"/>
            </a:solidFill>
          </a:ln>
        </p:spPr>
        <p:txBody>
          <a:bodyPr/>
          <a:lstStyle/>
          <a:p>
            <a:endParaRPr lang="zh-TW" altLang="en-US"/>
          </a:p>
        </p:txBody>
      </p:sp>
      <p:sp>
        <p:nvSpPr>
          <p:cNvPr id="23" name="T23"/>
          <p:cNvSpPr txBox="1"/>
          <p:nvPr/>
        </p:nvSpPr>
        <p:spPr>
          <a:xfrm>
            <a:off x="5715000" y="1399032"/>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8</a:t>
            </a:r>
            <a:endParaRPr lang="zh-TW" sz="2400"/>
          </a:p>
        </p:txBody>
      </p:sp>
      <p:sp>
        <p:nvSpPr>
          <p:cNvPr id="24" name="T24"/>
          <p:cNvSpPr txBox="1"/>
          <p:nvPr/>
        </p:nvSpPr>
        <p:spPr>
          <a:xfrm>
            <a:off x="7132320" y="3081528"/>
            <a:ext cx="5486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20</a:t>
            </a:r>
            <a:endParaRPr lang="zh-TW" sz="2400"/>
          </a:p>
        </p:txBody>
      </p:sp>
      <p:sp>
        <p:nvSpPr>
          <p:cNvPr id="25" name="T25"/>
          <p:cNvSpPr txBox="1"/>
          <p:nvPr/>
        </p:nvSpPr>
        <p:spPr>
          <a:xfrm>
            <a:off x="7932420" y="3081528"/>
            <a:ext cx="5486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25</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2-5　解題重點</a:t>
            </a:r>
          </a:p>
        </p:txBody>
      </p:sp>
      <p:sp>
        <p:nvSpPr>
          <p:cNvPr id="11" name="S11"/>
          <p:cNvSpPr/>
          <p:nvPr/>
        </p:nvSpPr>
        <p:spPr>
          <a:xfrm>
            <a:off x="338328" y="93268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3268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0–20 s：a = 8 ÷ 20 = 0.4 m/s²，s = 0.2t² → s(20) = 80 m</a:t>
            </a:r>
            <a:endParaRPr lang="zh-TW" sz="2400"/>
          </a:p>
        </p:txBody>
      </p:sp>
      <p:sp>
        <p:nvSpPr>
          <p:cNvPr id="14" name="S14"/>
          <p:cNvSpPr/>
          <p:nvPr/>
        </p:nvSpPr>
        <p:spPr>
          <a:xfrm>
            <a:off x="338328" y="142646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42646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362456"/>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20–25 s：a = (0 − 8) ÷ 5 = −1.6 m/s²</a:t>
            </a:r>
            <a:endParaRPr lang="zh-TW" sz="2400"/>
          </a:p>
        </p:txBody>
      </p:sp>
      <p:sp>
        <p:nvSpPr>
          <p:cNvPr id="17" name="S17"/>
          <p:cNvSpPr/>
          <p:nvPr/>
        </p:nvSpPr>
        <p:spPr>
          <a:xfrm>
            <a:off x="338328" y="1920240"/>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192024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1856232"/>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s = 80 + 8(t − 20) − 0.8(t − 20)² → s(25) = 100 m</a:t>
            </a:r>
            <a:endParaRPr lang="zh-TW" sz="2400"/>
          </a:p>
        </p:txBody>
      </p:sp>
      <p:sp>
        <p:nvSpPr>
          <p:cNvPr id="20" name="T20"/>
          <p:cNvSpPr txBox="1"/>
          <p:nvPr/>
        </p:nvSpPr>
        <p:spPr>
          <a:xfrm>
            <a:off x="320040" y="2404872"/>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a = 0.4、−1.6 m/s²；s(20) = 80 m，s(25) = 100 m</a:t>
            </a:r>
            <a:endParaRPr lang="zh-TW" sz="2400"/>
          </a:p>
        </p:txBody>
      </p:sp>
      <p:sp>
        <p:nvSpPr>
          <p:cNvPr id="21" name="T21"/>
          <p:cNvSpPr txBox="1"/>
          <p:nvPr/>
        </p:nvSpPr>
        <p:spPr>
          <a:xfrm>
            <a:off x="320040" y="2990088"/>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面積驗算：½ × 25 × 8 = 100 m ✓</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2-5　所求圖形：s–t 與 a–t</a:t>
            </a:r>
          </a:p>
        </p:txBody>
      </p:sp>
      <p:cxnSp>
        <p:nvCxnSpPr>
          <p:cNvPr id="11" name="L11"/>
          <p:cNvCxnSpPr/>
          <p:nvPr/>
        </p:nvCxnSpPr>
        <p:spPr>
          <a:xfrm>
            <a:off x="1143000" y="3566160"/>
            <a:ext cx="2560320" cy="0"/>
          </a:xfrm>
          <a:prstGeom prst="line">
            <a:avLst/>
          </a:prstGeom>
          <a:ln w="15875">
            <a:solidFill>
              <a:srgbClr val="2B3050"/>
            </a:solidFill>
            <a:tailEnd type="triangle" w="med" len="med"/>
          </a:ln>
        </p:spPr>
      </p:cxnSp>
      <p:cxnSp>
        <p:nvCxnSpPr>
          <p:cNvPr id="12" name="L12"/>
          <p:cNvCxnSpPr/>
          <p:nvPr/>
        </p:nvCxnSpPr>
        <p:spPr>
          <a:xfrm flipV="1">
            <a:off x="1143000" y="1143000"/>
            <a:ext cx="0" cy="2441448"/>
          </a:xfrm>
          <a:prstGeom prst="line">
            <a:avLst/>
          </a:prstGeom>
          <a:ln w="15875">
            <a:solidFill>
              <a:srgbClr val="2B3050"/>
            </a:solidFill>
            <a:tailEnd type="triangle" w="med" len="med"/>
          </a:ln>
        </p:spPr>
      </p:cxnSp>
      <p:sp>
        <p:nvSpPr>
          <p:cNvPr id="13" name="T13"/>
          <p:cNvSpPr txBox="1"/>
          <p:nvPr/>
        </p:nvSpPr>
        <p:spPr>
          <a:xfrm>
            <a:off x="3721608" y="3364992"/>
            <a:ext cx="8229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(s)</a:t>
            </a:r>
            <a:endParaRPr lang="zh-TW" sz="2400"/>
          </a:p>
        </p:txBody>
      </p:sp>
      <p:sp>
        <p:nvSpPr>
          <p:cNvPr id="14" name="T14"/>
          <p:cNvSpPr txBox="1"/>
          <p:nvPr/>
        </p:nvSpPr>
        <p:spPr>
          <a:xfrm>
            <a:off x="1188720" y="868680"/>
            <a:ext cx="17373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s (m)</a:t>
            </a:r>
            <a:endParaRPr lang="zh-TW" sz="2400"/>
          </a:p>
        </p:txBody>
      </p:sp>
      <p:cxnSp>
        <p:nvCxnSpPr>
          <p:cNvPr id="15" name="L15"/>
          <p:cNvCxnSpPr/>
          <p:nvPr/>
        </p:nvCxnSpPr>
        <p:spPr>
          <a:xfrm>
            <a:off x="3044952" y="3566160"/>
            <a:ext cx="0" cy="64008"/>
          </a:xfrm>
          <a:prstGeom prst="line">
            <a:avLst/>
          </a:prstGeom>
          <a:ln w="12700">
            <a:solidFill>
              <a:srgbClr val="2B3050"/>
            </a:solidFill>
          </a:ln>
        </p:spPr>
      </p:cxnSp>
      <p:sp>
        <p:nvSpPr>
          <p:cNvPr id="16" name="T16"/>
          <p:cNvSpPr txBox="1"/>
          <p:nvPr/>
        </p:nvSpPr>
        <p:spPr>
          <a:xfrm>
            <a:off x="2679192" y="36027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20</a:t>
            </a:r>
            <a:endParaRPr lang="zh-TW" sz="2400"/>
          </a:p>
        </p:txBody>
      </p:sp>
      <p:cxnSp>
        <p:nvCxnSpPr>
          <p:cNvPr id="17" name="L17"/>
          <p:cNvCxnSpPr/>
          <p:nvPr/>
        </p:nvCxnSpPr>
        <p:spPr>
          <a:xfrm>
            <a:off x="3520440" y="3566160"/>
            <a:ext cx="0" cy="64008"/>
          </a:xfrm>
          <a:prstGeom prst="line">
            <a:avLst/>
          </a:prstGeom>
          <a:ln w="12700">
            <a:solidFill>
              <a:srgbClr val="2B3050"/>
            </a:solidFill>
          </a:ln>
        </p:spPr>
      </p:cxnSp>
      <p:sp>
        <p:nvSpPr>
          <p:cNvPr id="18" name="T18"/>
          <p:cNvSpPr txBox="1"/>
          <p:nvPr/>
        </p:nvSpPr>
        <p:spPr>
          <a:xfrm>
            <a:off x="3154680" y="36027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25</a:t>
            </a:r>
            <a:endParaRPr lang="zh-TW" sz="2400"/>
          </a:p>
        </p:txBody>
      </p:sp>
      <p:cxnSp>
        <p:nvCxnSpPr>
          <p:cNvPr id="19" name="L19"/>
          <p:cNvCxnSpPr/>
          <p:nvPr/>
        </p:nvCxnSpPr>
        <p:spPr>
          <a:xfrm>
            <a:off x="1078992" y="1936865"/>
            <a:ext cx="64008" cy="0"/>
          </a:xfrm>
          <a:prstGeom prst="line">
            <a:avLst/>
          </a:prstGeom>
          <a:ln w="12700">
            <a:solidFill>
              <a:srgbClr val="2B3050"/>
            </a:solidFill>
          </a:ln>
        </p:spPr>
      </p:cxnSp>
      <p:sp>
        <p:nvSpPr>
          <p:cNvPr id="20" name="T20"/>
          <p:cNvSpPr txBox="1"/>
          <p:nvPr/>
        </p:nvSpPr>
        <p:spPr>
          <a:xfrm>
            <a:off x="228600" y="1735697"/>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80</a:t>
            </a:r>
            <a:endParaRPr lang="zh-TW" sz="2400"/>
          </a:p>
        </p:txBody>
      </p:sp>
      <p:cxnSp>
        <p:nvCxnSpPr>
          <p:cNvPr id="21" name="L21"/>
          <p:cNvCxnSpPr/>
          <p:nvPr/>
        </p:nvCxnSpPr>
        <p:spPr>
          <a:xfrm>
            <a:off x="1078992" y="1529542"/>
            <a:ext cx="64008" cy="0"/>
          </a:xfrm>
          <a:prstGeom prst="line">
            <a:avLst/>
          </a:prstGeom>
          <a:ln w="12700">
            <a:solidFill>
              <a:srgbClr val="2B3050"/>
            </a:solidFill>
          </a:ln>
        </p:spPr>
      </p:cxnSp>
      <p:sp>
        <p:nvSpPr>
          <p:cNvPr id="22" name="T22"/>
          <p:cNvSpPr txBox="1"/>
          <p:nvPr/>
        </p:nvSpPr>
        <p:spPr>
          <a:xfrm>
            <a:off x="228600" y="1328374"/>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100</a:t>
            </a:r>
            <a:endParaRPr lang="zh-TW" sz="2400"/>
          </a:p>
        </p:txBody>
      </p:sp>
      <p:sp>
        <p:nvSpPr>
          <p:cNvPr id="23" name="P23"/>
          <p:cNvSpPr/>
          <p:nvPr/>
        </p:nvSpPr>
        <p:spPr>
          <a:xfrm>
            <a:off x="1143000" y="1936865"/>
            <a:ext cx="1901952" cy="1629295"/>
          </a:xfrm>
          <a:custGeom>
            <a:avLst/>
            <a:gdLst/>
            <a:ahLst/>
            <a:cxnLst/>
            <a:rect l="0" t="0" r="r" b="b"/>
            <a:pathLst>
              <a:path w="1901952" h="1629295">
                <a:moveTo>
                  <a:pt x="0" y="1629295"/>
                </a:moveTo>
                <a:lnTo>
                  <a:pt x="47549" y="1628276"/>
                </a:lnTo>
                <a:lnTo>
                  <a:pt x="95098" y="1625221"/>
                </a:lnTo>
                <a:lnTo>
                  <a:pt x="142646" y="1620130"/>
                </a:lnTo>
                <a:lnTo>
                  <a:pt x="190195" y="1613002"/>
                </a:lnTo>
                <a:lnTo>
                  <a:pt x="237744" y="1603837"/>
                </a:lnTo>
                <a:lnTo>
                  <a:pt x="285293" y="1592635"/>
                </a:lnTo>
                <a:lnTo>
                  <a:pt x="332842" y="1579397"/>
                </a:lnTo>
                <a:lnTo>
                  <a:pt x="380390" y="1564123"/>
                </a:lnTo>
                <a:lnTo>
                  <a:pt x="427939" y="1546812"/>
                </a:lnTo>
                <a:lnTo>
                  <a:pt x="475488" y="1527464"/>
                </a:lnTo>
                <a:lnTo>
                  <a:pt x="523037" y="1506079"/>
                </a:lnTo>
                <a:lnTo>
                  <a:pt x="570586" y="1482658"/>
                </a:lnTo>
                <a:lnTo>
                  <a:pt x="618134" y="1457200"/>
                </a:lnTo>
                <a:lnTo>
                  <a:pt x="665683" y="1429706"/>
                </a:lnTo>
                <a:lnTo>
                  <a:pt x="713232" y="1400175"/>
                </a:lnTo>
                <a:lnTo>
                  <a:pt x="760781" y="1368607"/>
                </a:lnTo>
                <a:lnTo>
                  <a:pt x="808330" y="1335003"/>
                </a:lnTo>
                <a:lnTo>
                  <a:pt x="855878" y="1299362"/>
                </a:lnTo>
                <a:lnTo>
                  <a:pt x="903427" y="1261685"/>
                </a:lnTo>
                <a:lnTo>
                  <a:pt x="950976" y="1221971"/>
                </a:lnTo>
                <a:lnTo>
                  <a:pt x="998525" y="1180220"/>
                </a:lnTo>
                <a:lnTo>
                  <a:pt x="1046074" y="1136433"/>
                </a:lnTo>
                <a:lnTo>
                  <a:pt x="1093622" y="1090609"/>
                </a:lnTo>
                <a:lnTo>
                  <a:pt x="1141171" y="1042749"/>
                </a:lnTo>
                <a:lnTo>
                  <a:pt x="1188720" y="992851"/>
                </a:lnTo>
                <a:lnTo>
                  <a:pt x="1236269" y="940918"/>
                </a:lnTo>
                <a:lnTo>
                  <a:pt x="1283818" y="886947"/>
                </a:lnTo>
                <a:lnTo>
                  <a:pt x="1331366" y="830940"/>
                </a:lnTo>
                <a:lnTo>
                  <a:pt x="1378915" y="772897"/>
                </a:lnTo>
                <a:lnTo>
                  <a:pt x="1426464" y="712816"/>
                </a:lnTo>
                <a:lnTo>
                  <a:pt x="1474013" y="650700"/>
                </a:lnTo>
                <a:lnTo>
                  <a:pt x="1521562" y="586546"/>
                </a:lnTo>
                <a:lnTo>
                  <a:pt x="1569110" y="520356"/>
                </a:lnTo>
                <a:lnTo>
                  <a:pt x="1616659" y="452129"/>
                </a:lnTo>
                <a:lnTo>
                  <a:pt x="1664208" y="381866"/>
                </a:lnTo>
                <a:lnTo>
                  <a:pt x="1711757" y="309566"/>
                </a:lnTo>
                <a:lnTo>
                  <a:pt x="1759306" y="235229"/>
                </a:lnTo>
                <a:lnTo>
                  <a:pt x="1806854" y="158856"/>
                </a:lnTo>
                <a:lnTo>
                  <a:pt x="1854403" y="80446"/>
                </a:lnTo>
                <a:lnTo>
                  <a:pt x="1901952" y="0"/>
                </a:lnTo>
              </a:path>
            </a:pathLst>
          </a:custGeom>
          <a:noFill/>
          <a:ln w="31750">
            <a:solidFill>
              <a:srgbClr val="D6006F"/>
            </a:solidFill>
          </a:ln>
        </p:spPr>
        <p:txBody>
          <a:bodyPr/>
          <a:lstStyle/>
          <a:p>
            <a:endParaRPr lang="zh-TW" altLang="en-US"/>
          </a:p>
        </p:txBody>
      </p:sp>
      <p:sp>
        <p:nvSpPr>
          <p:cNvPr id="24" name="P24"/>
          <p:cNvSpPr/>
          <p:nvPr/>
        </p:nvSpPr>
        <p:spPr>
          <a:xfrm>
            <a:off x="3044952" y="1529542"/>
            <a:ext cx="475488" cy="407324"/>
          </a:xfrm>
          <a:custGeom>
            <a:avLst/>
            <a:gdLst/>
            <a:ahLst/>
            <a:cxnLst/>
            <a:rect l="0" t="0" r="r" b="b"/>
            <a:pathLst>
              <a:path w="475488" h="407324">
                <a:moveTo>
                  <a:pt x="0" y="407324"/>
                </a:moveTo>
                <a:lnTo>
                  <a:pt x="11887" y="387212"/>
                </a:lnTo>
                <a:lnTo>
                  <a:pt x="23774" y="367610"/>
                </a:lnTo>
                <a:lnTo>
                  <a:pt x="35662" y="348516"/>
                </a:lnTo>
                <a:lnTo>
                  <a:pt x="47549" y="329932"/>
                </a:lnTo>
                <a:lnTo>
                  <a:pt x="59436" y="311857"/>
                </a:lnTo>
                <a:lnTo>
                  <a:pt x="71323" y="294291"/>
                </a:lnTo>
                <a:lnTo>
                  <a:pt x="83210" y="277235"/>
                </a:lnTo>
                <a:lnTo>
                  <a:pt x="95098" y="260687"/>
                </a:lnTo>
                <a:lnTo>
                  <a:pt x="106985" y="244649"/>
                </a:lnTo>
                <a:lnTo>
                  <a:pt x="118872" y="229120"/>
                </a:lnTo>
                <a:lnTo>
                  <a:pt x="130759" y="214099"/>
                </a:lnTo>
                <a:lnTo>
                  <a:pt x="142646" y="199589"/>
                </a:lnTo>
                <a:lnTo>
                  <a:pt x="154534" y="185587"/>
                </a:lnTo>
                <a:lnTo>
                  <a:pt x="166421" y="172094"/>
                </a:lnTo>
                <a:lnTo>
                  <a:pt x="178308" y="159111"/>
                </a:lnTo>
                <a:lnTo>
                  <a:pt x="190195" y="146637"/>
                </a:lnTo>
                <a:lnTo>
                  <a:pt x="202082" y="134671"/>
                </a:lnTo>
                <a:lnTo>
                  <a:pt x="213970" y="123215"/>
                </a:lnTo>
                <a:lnTo>
                  <a:pt x="225857" y="112269"/>
                </a:lnTo>
                <a:lnTo>
                  <a:pt x="237744" y="101831"/>
                </a:lnTo>
                <a:lnTo>
                  <a:pt x="249631" y="91902"/>
                </a:lnTo>
                <a:lnTo>
                  <a:pt x="261518" y="82483"/>
                </a:lnTo>
                <a:lnTo>
                  <a:pt x="273406" y="73573"/>
                </a:lnTo>
                <a:lnTo>
                  <a:pt x="285293" y="65172"/>
                </a:lnTo>
                <a:lnTo>
                  <a:pt x="297180" y="57280"/>
                </a:lnTo>
                <a:lnTo>
                  <a:pt x="309067" y="49897"/>
                </a:lnTo>
                <a:lnTo>
                  <a:pt x="320954" y="43024"/>
                </a:lnTo>
                <a:lnTo>
                  <a:pt x="332842" y="36659"/>
                </a:lnTo>
                <a:lnTo>
                  <a:pt x="344729" y="30804"/>
                </a:lnTo>
                <a:lnTo>
                  <a:pt x="356616" y="25458"/>
                </a:lnTo>
                <a:lnTo>
                  <a:pt x="368503" y="20621"/>
                </a:lnTo>
                <a:lnTo>
                  <a:pt x="380390" y="16293"/>
                </a:lnTo>
                <a:lnTo>
                  <a:pt x="392278" y="12474"/>
                </a:lnTo>
                <a:lnTo>
                  <a:pt x="404165" y="9165"/>
                </a:lnTo>
                <a:lnTo>
                  <a:pt x="416052" y="6364"/>
                </a:lnTo>
                <a:lnTo>
                  <a:pt x="427939" y="4073"/>
                </a:lnTo>
                <a:lnTo>
                  <a:pt x="439826" y="2291"/>
                </a:lnTo>
                <a:lnTo>
                  <a:pt x="451714" y="1018"/>
                </a:lnTo>
                <a:lnTo>
                  <a:pt x="463601" y="255"/>
                </a:lnTo>
                <a:lnTo>
                  <a:pt x="475488" y="0"/>
                </a:lnTo>
              </a:path>
            </a:pathLst>
          </a:custGeom>
          <a:noFill/>
          <a:ln w="31750">
            <a:solidFill>
              <a:srgbClr val="D6006F"/>
            </a:solidFill>
          </a:ln>
        </p:spPr>
        <p:txBody>
          <a:bodyPr/>
          <a:lstStyle/>
          <a:p>
            <a:endParaRPr lang="zh-TW" altLang="en-US"/>
          </a:p>
        </p:txBody>
      </p:sp>
      <p:cxnSp>
        <p:nvCxnSpPr>
          <p:cNvPr id="25" name="L25"/>
          <p:cNvCxnSpPr/>
          <p:nvPr/>
        </p:nvCxnSpPr>
        <p:spPr>
          <a:xfrm>
            <a:off x="5440680" y="1965960"/>
            <a:ext cx="2560320" cy="0"/>
          </a:xfrm>
          <a:prstGeom prst="line">
            <a:avLst/>
          </a:prstGeom>
          <a:ln w="15875">
            <a:solidFill>
              <a:srgbClr val="2B3050"/>
            </a:solidFill>
            <a:tailEnd type="triangle" w="med" len="med"/>
          </a:ln>
        </p:spPr>
      </p:cxnSp>
      <p:cxnSp>
        <p:nvCxnSpPr>
          <p:cNvPr id="26" name="L26"/>
          <p:cNvCxnSpPr/>
          <p:nvPr/>
        </p:nvCxnSpPr>
        <p:spPr>
          <a:xfrm flipV="1">
            <a:off x="5440680" y="1143000"/>
            <a:ext cx="0" cy="2441448"/>
          </a:xfrm>
          <a:prstGeom prst="line">
            <a:avLst/>
          </a:prstGeom>
          <a:ln w="15875">
            <a:solidFill>
              <a:srgbClr val="2B3050"/>
            </a:solidFill>
            <a:tailEnd type="triangle" w="med" len="med"/>
          </a:ln>
        </p:spPr>
      </p:cxnSp>
      <p:sp>
        <p:nvSpPr>
          <p:cNvPr id="27" name="T27"/>
          <p:cNvSpPr txBox="1"/>
          <p:nvPr/>
        </p:nvSpPr>
        <p:spPr>
          <a:xfrm>
            <a:off x="8019288" y="1764792"/>
            <a:ext cx="8229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(s)</a:t>
            </a:r>
            <a:endParaRPr lang="zh-TW" sz="2400"/>
          </a:p>
        </p:txBody>
      </p:sp>
      <p:sp>
        <p:nvSpPr>
          <p:cNvPr id="28" name="T28"/>
          <p:cNvSpPr txBox="1"/>
          <p:nvPr/>
        </p:nvSpPr>
        <p:spPr>
          <a:xfrm>
            <a:off x="5486400" y="868680"/>
            <a:ext cx="17373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a (m/s²)</a:t>
            </a:r>
            <a:endParaRPr lang="zh-TW" sz="2400"/>
          </a:p>
        </p:txBody>
      </p:sp>
      <p:cxnSp>
        <p:nvCxnSpPr>
          <p:cNvPr id="29" name="L29"/>
          <p:cNvCxnSpPr/>
          <p:nvPr/>
        </p:nvCxnSpPr>
        <p:spPr>
          <a:xfrm>
            <a:off x="7342632" y="1965960"/>
            <a:ext cx="0" cy="64008"/>
          </a:xfrm>
          <a:prstGeom prst="line">
            <a:avLst/>
          </a:prstGeom>
          <a:ln w="12700">
            <a:solidFill>
              <a:srgbClr val="2B3050"/>
            </a:solidFill>
          </a:ln>
        </p:spPr>
      </p:cxnSp>
      <p:sp>
        <p:nvSpPr>
          <p:cNvPr id="30" name="T30"/>
          <p:cNvSpPr txBox="1"/>
          <p:nvPr/>
        </p:nvSpPr>
        <p:spPr>
          <a:xfrm>
            <a:off x="6976872" y="20025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20</a:t>
            </a:r>
            <a:endParaRPr lang="zh-TW" sz="2400"/>
          </a:p>
        </p:txBody>
      </p:sp>
      <p:cxnSp>
        <p:nvCxnSpPr>
          <p:cNvPr id="31" name="L31"/>
          <p:cNvCxnSpPr/>
          <p:nvPr/>
        </p:nvCxnSpPr>
        <p:spPr>
          <a:xfrm>
            <a:off x="7818120" y="1965960"/>
            <a:ext cx="0" cy="64008"/>
          </a:xfrm>
          <a:prstGeom prst="line">
            <a:avLst/>
          </a:prstGeom>
          <a:ln w="12700">
            <a:solidFill>
              <a:srgbClr val="2B3050"/>
            </a:solidFill>
          </a:ln>
        </p:spPr>
      </p:cxnSp>
      <p:sp>
        <p:nvSpPr>
          <p:cNvPr id="32" name="T32"/>
          <p:cNvSpPr txBox="1"/>
          <p:nvPr/>
        </p:nvSpPr>
        <p:spPr>
          <a:xfrm>
            <a:off x="7452360" y="20025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25</a:t>
            </a:r>
            <a:endParaRPr lang="zh-TW" sz="2400"/>
          </a:p>
        </p:txBody>
      </p:sp>
      <p:cxnSp>
        <p:nvCxnSpPr>
          <p:cNvPr id="33" name="L33"/>
          <p:cNvCxnSpPr/>
          <p:nvPr/>
        </p:nvCxnSpPr>
        <p:spPr>
          <a:xfrm>
            <a:off x="5376672" y="1645920"/>
            <a:ext cx="64008" cy="0"/>
          </a:xfrm>
          <a:prstGeom prst="line">
            <a:avLst/>
          </a:prstGeom>
          <a:ln w="12700">
            <a:solidFill>
              <a:srgbClr val="2B3050"/>
            </a:solidFill>
          </a:ln>
        </p:spPr>
      </p:cxnSp>
      <p:sp>
        <p:nvSpPr>
          <p:cNvPr id="34" name="T34"/>
          <p:cNvSpPr txBox="1"/>
          <p:nvPr/>
        </p:nvSpPr>
        <p:spPr>
          <a:xfrm>
            <a:off x="4526280" y="1444752"/>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0.4</a:t>
            </a:r>
            <a:endParaRPr lang="zh-TW" sz="2400"/>
          </a:p>
        </p:txBody>
      </p:sp>
      <p:cxnSp>
        <p:nvCxnSpPr>
          <p:cNvPr id="35" name="L35"/>
          <p:cNvCxnSpPr/>
          <p:nvPr/>
        </p:nvCxnSpPr>
        <p:spPr>
          <a:xfrm>
            <a:off x="5376672" y="3246120"/>
            <a:ext cx="64008" cy="0"/>
          </a:xfrm>
          <a:prstGeom prst="line">
            <a:avLst/>
          </a:prstGeom>
          <a:ln w="12700">
            <a:solidFill>
              <a:srgbClr val="2B3050"/>
            </a:solidFill>
          </a:ln>
        </p:spPr>
      </p:cxnSp>
      <p:sp>
        <p:nvSpPr>
          <p:cNvPr id="36" name="T36"/>
          <p:cNvSpPr txBox="1"/>
          <p:nvPr/>
        </p:nvSpPr>
        <p:spPr>
          <a:xfrm>
            <a:off x="4526280" y="3044952"/>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-1.6</a:t>
            </a:r>
            <a:endParaRPr lang="zh-TW" sz="2400"/>
          </a:p>
        </p:txBody>
      </p:sp>
      <p:sp>
        <p:nvSpPr>
          <p:cNvPr id="37" name="P37"/>
          <p:cNvSpPr/>
          <p:nvPr/>
        </p:nvSpPr>
        <p:spPr>
          <a:xfrm>
            <a:off x="5440680" y="1645920"/>
            <a:ext cx="1901952" cy="9144"/>
          </a:xfrm>
          <a:custGeom>
            <a:avLst/>
            <a:gdLst/>
            <a:ahLst/>
            <a:cxnLst/>
            <a:rect l="0" t="0" r="r" b="b"/>
            <a:pathLst>
              <a:path w="1901952" h="9144">
                <a:moveTo>
                  <a:pt x="0" y="0"/>
                </a:moveTo>
                <a:lnTo>
                  <a:pt x="1901952" y="0"/>
                </a:lnTo>
              </a:path>
            </a:pathLst>
          </a:custGeom>
          <a:noFill/>
          <a:ln w="38100">
            <a:solidFill>
              <a:srgbClr val="1F8899"/>
            </a:solidFill>
          </a:ln>
        </p:spPr>
        <p:txBody>
          <a:bodyPr/>
          <a:lstStyle/>
          <a:p>
            <a:endParaRPr lang="zh-TW" altLang="en-US"/>
          </a:p>
        </p:txBody>
      </p:sp>
      <p:sp>
        <p:nvSpPr>
          <p:cNvPr id="38" name="P38"/>
          <p:cNvSpPr/>
          <p:nvPr/>
        </p:nvSpPr>
        <p:spPr>
          <a:xfrm>
            <a:off x="7342632" y="3246120"/>
            <a:ext cx="475488" cy="9144"/>
          </a:xfrm>
          <a:custGeom>
            <a:avLst/>
            <a:gdLst/>
            <a:ahLst/>
            <a:cxnLst/>
            <a:rect l="0" t="0" r="r" b="b"/>
            <a:pathLst>
              <a:path w="475488" h="9144">
                <a:moveTo>
                  <a:pt x="0" y="0"/>
                </a:moveTo>
                <a:lnTo>
                  <a:pt x="475488" y="0"/>
                </a:lnTo>
              </a:path>
            </a:pathLst>
          </a:custGeom>
          <a:noFill/>
          <a:ln w="38100">
            <a:solidFill>
              <a:srgbClr val="1F8899"/>
            </a:solidFill>
          </a:ln>
        </p:spPr>
        <p:txBody>
          <a:bodyPr/>
          <a:lstStyle/>
          <a:p>
            <a:endParaRPr lang="zh-TW" altLang="en-US"/>
          </a:p>
        </p:txBody>
      </p:sp>
      <p:sp>
        <p:nvSpPr>
          <p:cNvPr id="39" name="T39"/>
          <p:cNvSpPr txBox="1"/>
          <p:nvPr/>
        </p:nvSpPr>
        <p:spPr>
          <a:xfrm>
            <a:off x="320040" y="4069080"/>
            <a:ext cx="8458200" cy="777240"/>
          </a:xfrm>
          <a:prstGeom prst="roundRect">
            <a:avLst/>
          </a:prstGeom>
          <a:solidFill>
            <a:srgbClr val="FFF6E0"/>
          </a:solidFill>
          <a:ln>
            <a:noFill/>
          </a:ln>
        </p:spPr>
        <p:txBody>
          <a:bodyPr wrap="square" lIns="91440" tIns="45720" rIns="91440" bIns="45720" anchor="ctr">
            <a:noAutofit/>
          </a:bodyPr>
          <a:lstStyle/>
          <a:p>
            <a:pPr algn="l">
              <a:lnSpc>
                <a:spcPct val="100000"/>
              </a:lnSpc>
              <a:buNone/>
            </a:pPr>
            <a:r>
              <a:rPr lang="zh-TW" altLang="en-US" sz="2400" b="0" dirty="0">
                <a:solidFill>
                  <a:srgbClr val="2B3050"/>
                </a:solidFill>
                <a:latin typeface="Calibri"/>
                <a:ea typeface="微軟正黑體"/>
                <a:cs typeface="Calibri"/>
              </a:rPr>
              <a:t>s–t：先凹上、後凹下，t = 25 s 斜率為 0；a–t：兩段水平線</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fade">
                                      <p:cBhvr>
                                        <p:cTn id="18"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37" grpId="0" animBg="1"/>
      <p:bldP spid="3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2-6　題目與思考重點</a:t>
            </a:r>
          </a:p>
        </p:txBody>
      </p:sp>
      <p:sp>
        <p:nvSpPr>
          <p:cNvPr id="11" name="T11"/>
          <p:cNvSpPr txBox="1"/>
          <p:nvPr/>
        </p:nvSpPr>
        <p:spPr>
          <a:xfrm>
            <a:off x="320040" y="868680"/>
            <a:ext cx="5120640" cy="1371600"/>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汽車由靜止起動，a–t 圖如右：</a:t>
            </a:r>
            <a:endParaRPr lang="zh-TW" sz="2400"/>
          </a:p>
          <a:p>
            <a:pPr algn="l">
              <a:lnSpc>
                <a:spcPct val="100000"/>
              </a:lnSpc>
              <a:buNone/>
            </a:pPr>
            <a:r>
              <a:rPr lang="zh-TW" altLang="en-US" sz="2400" b="0" dirty="0">
                <a:solidFill>
                  <a:srgbClr val="2B3050"/>
                </a:solidFill>
                <a:latin typeface="Calibri"/>
                <a:ea typeface="微軟正黑體"/>
                <a:cs typeface="Calibri"/>
              </a:rPr>
              <a:t>先加速、後減速直到停止。</a:t>
            </a:r>
            <a:endParaRPr lang="zh-TW" sz="2400"/>
          </a:p>
          <a:p>
            <a:pPr algn="l">
              <a:lnSpc>
                <a:spcPct val="100000"/>
              </a:lnSpc>
              <a:buNone/>
            </a:pPr>
            <a:r>
              <a:rPr lang="zh-TW" altLang="en-US" sz="2400" b="0" dirty="0">
                <a:solidFill>
                  <a:srgbClr val="2B3050"/>
                </a:solidFill>
                <a:latin typeface="Calibri"/>
                <a:ea typeface="微軟正黑體"/>
                <a:cs typeface="Calibri"/>
              </a:rPr>
              <a:t>畫出 v–t 圖與 s–t 圖。</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2-2 圖解法</a:t>
            </a:r>
            <a:endParaRPr lang="zh-TW" sz="2400"/>
          </a:p>
        </p:txBody>
      </p:sp>
      <p:sp>
        <p:nvSpPr>
          <p:cNvPr id="13" name="T13"/>
          <p:cNvSpPr txBox="1"/>
          <p:nvPr/>
        </p:nvSpPr>
        <p:spPr>
          <a:xfrm>
            <a:off x="320040" y="2350008"/>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3429000" y="2350008"/>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2807208"/>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停止：a–t 面積抵消 → 求 t′</a:t>
            </a:r>
            <a:endParaRPr lang="zh-TW" sz="2400"/>
          </a:p>
        </p:txBody>
      </p:sp>
      <p:sp>
        <p:nvSpPr>
          <p:cNvPr id="16" name="T16"/>
          <p:cNvSpPr txBox="1"/>
          <p:nvPr/>
        </p:nvSpPr>
        <p:spPr>
          <a:xfrm>
            <a:off x="502920" y="3246120"/>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第二段 a 是一次式 → 積分求 v</a:t>
            </a:r>
            <a:endParaRPr lang="zh-TW" sz="2400"/>
          </a:p>
        </p:txBody>
      </p:sp>
      <p:sp>
        <p:nvSpPr>
          <p:cNvPr id="17" name="T17"/>
          <p:cNvSpPr txBox="1"/>
          <p:nvPr/>
        </p:nvSpPr>
        <p:spPr>
          <a:xfrm>
            <a:off x="502920" y="3685032"/>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作 s–t 圖取 s(0) = 0</a:t>
            </a:r>
            <a:endParaRPr lang="zh-TW" sz="2400"/>
          </a:p>
        </p:txBody>
      </p:sp>
      <p:cxnSp>
        <p:nvCxnSpPr>
          <p:cNvPr id="18" name="L18"/>
          <p:cNvCxnSpPr/>
          <p:nvPr/>
        </p:nvCxnSpPr>
        <p:spPr>
          <a:xfrm>
            <a:off x="6035040" y="2240280"/>
            <a:ext cx="2560320" cy="0"/>
          </a:xfrm>
          <a:prstGeom prst="line">
            <a:avLst/>
          </a:prstGeom>
          <a:ln w="15875">
            <a:solidFill>
              <a:srgbClr val="2B3050"/>
            </a:solidFill>
            <a:tailEnd type="triangle" w="med" len="med"/>
          </a:ln>
        </p:spPr>
      </p:cxnSp>
      <p:cxnSp>
        <p:nvCxnSpPr>
          <p:cNvPr id="19" name="L19"/>
          <p:cNvCxnSpPr/>
          <p:nvPr/>
        </p:nvCxnSpPr>
        <p:spPr>
          <a:xfrm flipV="1">
            <a:off x="6080760" y="1143000"/>
            <a:ext cx="0" cy="1143000"/>
          </a:xfrm>
          <a:prstGeom prst="line">
            <a:avLst/>
          </a:prstGeom>
          <a:ln w="15875">
            <a:solidFill>
              <a:srgbClr val="2B3050"/>
            </a:solidFill>
            <a:tailEnd type="triangle" w="med" len="med"/>
          </a:ln>
        </p:spPr>
      </p:cxnSp>
      <p:sp>
        <p:nvSpPr>
          <p:cNvPr id="20" name="T20"/>
          <p:cNvSpPr txBox="1"/>
          <p:nvPr/>
        </p:nvSpPr>
        <p:spPr>
          <a:xfrm>
            <a:off x="8092440" y="2258568"/>
            <a:ext cx="91440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(s)</a:t>
            </a:r>
            <a:endParaRPr lang="zh-TW" sz="2400"/>
          </a:p>
        </p:txBody>
      </p:sp>
      <p:sp>
        <p:nvSpPr>
          <p:cNvPr id="21" name="T21"/>
          <p:cNvSpPr txBox="1"/>
          <p:nvPr/>
        </p:nvSpPr>
        <p:spPr>
          <a:xfrm>
            <a:off x="6135624" y="914400"/>
            <a:ext cx="14630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a (m/s²)</a:t>
            </a:r>
            <a:endParaRPr lang="zh-TW" sz="2400"/>
          </a:p>
        </p:txBody>
      </p:sp>
      <p:cxnSp>
        <p:nvCxnSpPr>
          <p:cNvPr id="22" name="L22"/>
          <p:cNvCxnSpPr/>
          <p:nvPr/>
        </p:nvCxnSpPr>
        <p:spPr>
          <a:xfrm flipV="1">
            <a:off x="6080760" y="2240280"/>
            <a:ext cx="0" cy="1143000"/>
          </a:xfrm>
          <a:prstGeom prst="line">
            <a:avLst/>
          </a:prstGeom>
          <a:ln w="15875">
            <a:solidFill>
              <a:srgbClr val="2B3050"/>
            </a:solidFill>
          </a:ln>
        </p:spPr>
      </p:cxnSp>
      <p:sp>
        <p:nvSpPr>
          <p:cNvPr id="23" name="P23"/>
          <p:cNvSpPr/>
          <p:nvPr/>
        </p:nvSpPr>
        <p:spPr>
          <a:xfrm>
            <a:off x="6080760" y="1325880"/>
            <a:ext cx="2057400" cy="1828800"/>
          </a:xfrm>
          <a:custGeom>
            <a:avLst/>
            <a:gdLst/>
            <a:ahLst/>
            <a:cxnLst/>
            <a:rect l="0" t="0" r="r" b="b"/>
            <a:pathLst>
              <a:path w="2057400" h="1828800">
                <a:moveTo>
                  <a:pt x="0" y="0"/>
                </a:moveTo>
                <a:lnTo>
                  <a:pt x="685800" y="0"/>
                </a:lnTo>
                <a:lnTo>
                  <a:pt x="685800" y="914400"/>
                </a:lnTo>
                <a:lnTo>
                  <a:pt x="2057400" y="1828800"/>
                </a:lnTo>
              </a:path>
            </a:pathLst>
          </a:custGeom>
          <a:noFill/>
          <a:ln w="31750">
            <a:solidFill>
              <a:srgbClr val="D6006F"/>
            </a:solidFill>
          </a:ln>
        </p:spPr>
        <p:txBody>
          <a:bodyPr/>
          <a:lstStyle/>
          <a:p>
            <a:endParaRPr lang="zh-TW" altLang="en-US"/>
          </a:p>
        </p:txBody>
      </p:sp>
      <p:sp>
        <p:nvSpPr>
          <p:cNvPr id="24" name="T24"/>
          <p:cNvSpPr txBox="1"/>
          <p:nvPr/>
        </p:nvSpPr>
        <p:spPr>
          <a:xfrm>
            <a:off x="5715000" y="1124712"/>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5</a:t>
            </a:r>
            <a:endParaRPr lang="zh-TW" sz="2400"/>
          </a:p>
        </p:txBody>
      </p:sp>
      <p:sp>
        <p:nvSpPr>
          <p:cNvPr id="25" name="T25"/>
          <p:cNvSpPr txBox="1"/>
          <p:nvPr/>
        </p:nvSpPr>
        <p:spPr>
          <a:xfrm>
            <a:off x="5577840" y="2953512"/>
            <a:ext cx="5029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−5</a:t>
            </a:r>
            <a:endParaRPr lang="zh-TW" sz="2400"/>
          </a:p>
        </p:txBody>
      </p:sp>
      <p:sp>
        <p:nvSpPr>
          <p:cNvPr id="26" name="T26"/>
          <p:cNvSpPr txBox="1"/>
          <p:nvPr/>
        </p:nvSpPr>
        <p:spPr>
          <a:xfrm>
            <a:off x="6263640" y="1828800"/>
            <a:ext cx="5486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10</a:t>
            </a:r>
            <a:endParaRPr lang="zh-TW" sz="2400"/>
          </a:p>
        </p:txBody>
      </p:sp>
      <p:sp>
        <p:nvSpPr>
          <p:cNvPr id="27" name="T27"/>
          <p:cNvSpPr txBox="1"/>
          <p:nvPr/>
        </p:nvSpPr>
        <p:spPr>
          <a:xfrm>
            <a:off x="7955280" y="1828800"/>
            <a:ext cx="45720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t′</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2-6　解題重點</a:t>
            </a:r>
          </a:p>
        </p:txBody>
      </p:sp>
      <p:sp>
        <p:nvSpPr>
          <p:cNvPr id="11" name="S11"/>
          <p:cNvSpPr/>
          <p:nvPr/>
        </p:nvSpPr>
        <p:spPr>
          <a:xfrm>
            <a:off x="338328" y="93268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3268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0–10 s：v = 5t → v(10) = 50 m/s，s(10) = 250 m</a:t>
            </a:r>
            <a:endParaRPr lang="zh-TW" sz="2400"/>
          </a:p>
        </p:txBody>
      </p:sp>
      <p:sp>
        <p:nvSpPr>
          <p:cNvPr id="14" name="S14"/>
          <p:cNvSpPr/>
          <p:nvPr/>
        </p:nvSpPr>
        <p:spPr>
          <a:xfrm>
            <a:off x="338328" y="142646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42646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362456"/>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停止：½(−5)(t′ − 10) = −50 → t′ = 30 s</a:t>
            </a:r>
            <a:endParaRPr lang="zh-TW" sz="2400"/>
          </a:p>
        </p:txBody>
      </p:sp>
      <p:sp>
        <p:nvSpPr>
          <p:cNvPr id="17" name="S17"/>
          <p:cNvSpPr/>
          <p:nvPr/>
        </p:nvSpPr>
        <p:spPr>
          <a:xfrm>
            <a:off x="338328" y="1920240"/>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192024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1856232"/>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a = −(t − 10)/4 → v = 50 − (t − 10)²/8 (10 ≤ t ≤ 30)</a:t>
            </a:r>
            <a:endParaRPr lang="zh-TW" sz="2400"/>
          </a:p>
        </p:txBody>
      </p:sp>
      <p:sp>
        <p:nvSpPr>
          <p:cNvPr id="20" name="S20"/>
          <p:cNvSpPr/>
          <p:nvPr/>
        </p:nvSpPr>
        <p:spPr>
          <a:xfrm>
            <a:off x="338328" y="2414016"/>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2414016"/>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2" name="T22"/>
          <p:cNvSpPr txBox="1"/>
          <p:nvPr/>
        </p:nvSpPr>
        <p:spPr>
          <a:xfrm>
            <a:off x="777240" y="2350008"/>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s₂ = ∫₁₀³⁰ v dt = 2000/3 ≈ 666.7 m</a:t>
            </a:r>
            <a:endParaRPr lang="zh-TW" sz="2400"/>
          </a:p>
        </p:txBody>
      </p:sp>
      <p:sp>
        <p:nvSpPr>
          <p:cNvPr id="23" name="T23"/>
          <p:cNvSpPr txBox="1"/>
          <p:nvPr/>
        </p:nvSpPr>
        <p:spPr>
          <a:xfrm>
            <a:off x="320040" y="2898648"/>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t′ = 30 s 停止；總位移 2750/3 ≈ 917 m（取 s(0) = 0）</a:t>
            </a:r>
            <a:endParaRPr lang="zh-TW" sz="2400"/>
          </a:p>
        </p:txBody>
      </p:sp>
      <p:sp>
        <p:nvSpPr>
          <p:cNvPr id="24" name="T24"/>
          <p:cNvSpPr txBox="1"/>
          <p:nvPr/>
        </p:nvSpPr>
        <p:spPr>
          <a:xfrm>
            <a:off x="320040" y="3483864"/>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用 t = 10、v = 50 定積分常數</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2-6　所求圖形：v–t 與 s–t</a:t>
            </a:r>
          </a:p>
        </p:txBody>
      </p:sp>
      <p:cxnSp>
        <p:nvCxnSpPr>
          <p:cNvPr id="11" name="L11"/>
          <p:cNvCxnSpPr/>
          <p:nvPr/>
        </p:nvCxnSpPr>
        <p:spPr>
          <a:xfrm>
            <a:off x="1143000" y="3566160"/>
            <a:ext cx="2560320" cy="0"/>
          </a:xfrm>
          <a:prstGeom prst="line">
            <a:avLst/>
          </a:prstGeom>
          <a:ln w="15875">
            <a:solidFill>
              <a:srgbClr val="2B3050"/>
            </a:solidFill>
            <a:tailEnd type="triangle" w="med" len="med"/>
          </a:ln>
        </p:spPr>
      </p:cxnSp>
      <p:cxnSp>
        <p:nvCxnSpPr>
          <p:cNvPr id="12" name="L12"/>
          <p:cNvCxnSpPr/>
          <p:nvPr/>
        </p:nvCxnSpPr>
        <p:spPr>
          <a:xfrm flipV="1">
            <a:off x="1143000" y="1143000"/>
            <a:ext cx="0" cy="2441448"/>
          </a:xfrm>
          <a:prstGeom prst="line">
            <a:avLst/>
          </a:prstGeom>
          <a:ln w="15875">
            <a:solidFill>
              <a:srgbClr val="2B3050"/>
            </a:solidFill>
            <a:tailEnd type="triangle" w="med" len="med"/>
          </a:ln>
        </p:spPr>
      </p:cxnSp>
      <p:sp>
        <p:nvSpPr>
          <p:cNvPr id="13" name="T13"/>
          <p:cNvSpPr txBox="1"/>
          <p:nvPr/>
        </p:nvSpPr>
        <p:spPr>
          <a:xfrm>
            <a:off x="3721608" y="3364992"/>
            <a:ext cx="8229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(s)</a:t>
            </a:r>
            <a:endParaRPr lang="zh-TW" sz="2400"/>
          </a:p>
        </p:txBody>
      </p:sp>
      <p:sp>
        <p:nvSpPr>
          <p:cNvPr id="14" name="T14"/>
          <p:cNvSpPr txBox="1"/>
          <p:nvPr/>
        </p:nvSpPr>
        <p:spPr>
          <a:xfrm>
            <a:off x="1188720" y="868680"/>
            <a:ext cx="17373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v (m/s)</a:t>
            </a:r>
            <a:endParaRPr lang="zh-TW" sz="2400"/>
          </a:p>
        </p:txBody>
      </p:sp>
      <p:cxnSp>
        <p:nvCxnSpPr>
          <p:cNvPr id="15" name="L15"/>
          <p:cNvCxnSpPr/>
          <p:nvPr/>
        </p:nvCxnSpPr>
        <p:spPr>
          <a:xfrm>
            <a:off x="1935480" y="3566160"/>
            <a:ext cx="0" cy="64008"/>
          </a:xfrm>
          <a:prstGeom prst="line">
            <a:avLst/>
          </a:prstGeom>
          <a:ln w="12700">
            <a:solidFill>
              <a:srgbClr val="2B3050"/>
            </a:solidFill>
          </a:ln>
        </p:spPr>
      </p:cxnSp>
      <p:sp>
        <p:nvSpPr>
          <p:cNvPr id="16" name="T16"/>
          <p:cNvSpPr txBox="1"/>
          <p:nvPr/>
        </p:nvSpPr>
        <p:spPr>
          <a:xfrm>
            <a:off x="1569720" y="36027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10</a:t>
            </a:r>
            <a:endParaRPr lang="zh-TW" sz="2400"/>
          </a:p>
        </p:txBody>
      </p:sp>
      <p:cxnSp>
        <p:nvCxnSpPr>
          <p:cNvPr id="17" name="L17"/>
          <p:cNvCxnSpPr/>
          <p:nvPr/>
        </p:nvCxnSpPr>
        <p:spPr>
          <a:xfrm>
            <a:off x="3520440" y="3566160"/>
            <a:ext cx="0" cy="64008"/>
          </a:xfrm>
          <a:prstGeom prst="line">
            <a:avLst/>
          </a:prstGeom>
          <a:ln w="12700">
            <a:solidFill>
              <a:srgbClr val="2B3050"/>
            </a:solidFill>
          </a:ln>
        </p:spPr>
      </p:cxnSp>
      <p:sp>
        <p:nvSpPr>
          <p:cNvPr id="18" name="T18"/>
          <p:cNvSpPr txBox="1"/>
          <p:nvPr/>
        </p:nvSpPr>
        <p:spPr>
          <a:xfrm>
            <a:off x="3154680" y="36027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30</a:t>
            </a:r>
            <a:endParaRPr lang="zh-TW" sz="2400"/>
          </a:p>
        </p:txBody>
      </p:sp>
      <p:cxnSp>
        <p:nvCxnSpPr>
          <p:cNvPr id="19" name="L19"/>
          <p:cNvCxnSpPr/>
          <p:nvPr/>
        </p:nvCxnSpPr>
        <p:spPr>
          <a:xfrm>
            <a:off x="1078992" y="1529542"/>
            <a:ext cx="64008" cy="0"/>
          </a:xfrm>
          <a:prstGeom prst="line">
            <a:avLst/>
          </a:prstGeom>
          <a:ln w="12700">
            <a:solidFill>
              <a:srgbClr val="2B3050"/>
            </a:solidFill>
          </a:ln>
        </p:spPr>
      </p:cxnSp>
      <p:sp>
        <p:nvSpPr>
          <p:cNvPr id="20" name="T20"/>
          <p:cNvSpPr txBox="1"/>
          <p:nvPr/>
        </p:nvSpPr>
        <p:spPr>
          <a:xfrm>
            <a:off x="228600" y="1328374"/>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50</a:t>
            </a:r>
            <a:endParaRPr lang="zh-TW" sz="2400"/>
          </a:p>
        </p:txBody>
      </p:sp>
      <p:sp>
        <p:nvSpPr>
          <p:cNvPr id="21" name="P21"/>
          <p:cNvSpPr/>
          <p:nvPr/>
        </p:nvSpPr>
        <p:spPr>
          <a:xfrm>
            <a:off x="1143000" y="1529542"/>
            <a:ext cx="792480" cy="2036618"/>
          </a:xfrm>
          <a:custGeom>
            <a:avLst/>
            <a:gdLst/>
            <a:ahLst/>
            <a:cxnLst/>
            <a:rect l="0" t="0" r="r" b="b"/>
            <a:pathLst>
              <a:path w="792480" h="2036618">
                <a:moveTo>
                  <a:pt x="0" y="2036618"/>
                </a:moveTo>
                <a:lnTo>
                  <a:pt x="19812" y="1985703"/>
                </a:lnTo>
                <a:lnTo>
                  <a:pt x="39624" y="1934787"/>
                </a:lnTo>
                <a:lnTo>
                  <a:pt x="59436" y="1883872"/>
                </a:lnTo>
                <a:lnTo>
                  <a:pt x="79248" y="1832956"/>
                </a:lnTo>
                <a:lnTo>
                  <a:pt x="99060" y="1782041"/>
                </a:lnTo>
                <a:lnTo>
                  <a:pt x="118872" y="1731125"/>
                </a:lnTo>
                <a:lnTo>
                  <a:pt x="138684" y="1680210"/>
                </a:lnTo>
                <a:lnTo>
                  <a:pt x="158496" y="1629295"/>
                </a:lnTo>
                <a:lnTo>
                  <a:pt x="178308" y="1578379"/>
                </a:lnTo>
                <a:lnTo>
                  <a:pt x="198120" y="1527464"/>
                </a:lnTo>
                <a:lnTo>
                  <a:pt x="217932" y="1476548"/>
                </a:lnTo>
                <a:lnTo>
                  <a:pt x="237744" y="1425633"/>
                </a:lnTo>
                <a:lnTo>
                  <a:pt x="257556" y="1374717"/>
                </a:lnTo>
                <a:lnTo>
                  <a:pt x="277368" y="1323802"/>
                </a:lnTo>
                <a:lnTo>
                  <a:pt x="297180" y="1272886"/>
                </a:lnTo>
                <a:lnTo>
                  <a:pt x="316992" y="1221971"/>
                </a:lnTo>
                <a:lnTo>
                  <a:pt x="336804" y="1171055"/>
                </a:lnTo>
                <a:lnTo>
                  <a:pt x="356616" y="1120140"/>
                </a:lnTo>
                <a:lnTo>
                  <a:pt x="376428" y="1069225"/>
                </a:lnTo>
                <a:lnTo>
                  <a:pt x="396240" y="1018309"/>
                </a:lnTo>
                <a:lnTo>
                  <a:pt x="416052" y="967394"/>
                </a:lnTo>
                <a:lnTo>
                  <a:pt x="435864" y="916478"/>
                </a:lnTo>
                <a:lnTo>
                  <a:pt x="455676" y="865563"/>
                </a:lnTo>
                <a:lnTo>
                  <a:pt x="475488" y="814647"/>
                </a:lnTo>
                <a:lnTo>
                  <a:pt x="495300" y="763732"/>
                </a:lnTo>
                <a:lnTo>
                  <a:pt x="515112" y="712816"/>
                </a:lnTo>
                <a:lnTo>
                  <a:pt x="534924" y="661901"/>
                </a:lnTo>
                <a:lnTo>
                  <a:pt x="554736" y="610985"/>
                </a:lnTo>
                <a:lnTo>
                  <a:pt x="574548" y="560070"/>
                </a:lnTo>
                <a:lnTo>
                  <a:pt x="594360" y="509155"/>
                </a:lnTo>
                <a:lnTo>
                  <a:pt x="614172" y="458239"/>
                </a:lnTo>
                <a:lnTo>
                  <a:pt x="633984" y="407324"/>
                </a:lnTo>
                <a:lnTo>
                  <a:pt x="653796" y="356408"/>
                </a:lnTo>
                <a:lnTo>
                  <a:pt x="673608" y="305493"/>
                </a:lnTo>
                <a:lnTo>
                  <a:pt x="693420" y="254577"/>
                </a:lnTo>
                <a:lnTo>
                  <a:pt x="713232" y="203662"/>
                </a:lnTo>
                <a:lnTo>
                  <a:pt x="733044" y="152746"/>
                </a:lnTo>
                <a:lnTo>
                  <a:pt x="752856" y="101831"/>
                </a:lnTo>
                <a:lnTo>
                  <a:pt x="772668" y="50915"/>
                </a:lnTo>
                <a:lnTo>
                  <a:pt x="792480" y="0"/>
                </a:lnTo>
              </a:path>
            </a:pathLst>
          </a:custGeom>
          <a:noFill/>
          <a:ln w="31750">
            <a:solidFill>
              <a:srgbClr val="1F8899"/>
            </a:solidFill>
          </a:ln>
        </p:spPr>
        <p:txBody>
          <a:bodyPr/>
          <a:lstStyle/>
          <a:p>
            <a:endParaRPr lang="zh-TW" altLang="en-US"/>
          </a:p>
        </p:txBody>
      </p:sp>
      <p:sp>
        <p:nvSpPr>
          <p:cNvPr id="22" name="P22"/>
          <p:cNvSpPr/>
          <p:nvPr/>
        </p:nvSpPr>
        <p:spPr>
          <a:xfrm>
            <a:off x="1935480" y="1529542"/>
            <a:ext cx="1584960" cy="2036618"/>
          </a:xfrm>
          <a:custGeom>
            <a:avLst/>
            <a:gdLst/>
            <a:ahLst/>
            <a:cxnLst/>
            <a:rect l="0" t="0" r="r" b="b"/>
            <a:pathLst>
              <a:path w="1584960" h="2036618">
                <a:moveTo>
                  <a:pt x="0" y="0"/>
                </a:moveTo>
                <a:lnTo>
                  <a:pt x="39624" y="1273"/>
                </a:lnTo>
                <a:lnTo>
                  <a:pt x="79248" y="5092"/>
                </a:lnTo>
                <a:lnTo>
                  <a:pt x="118872" y="11456"/>
                </a:lnTo>
                <a:lnTo>
                  <a:pt x="158496" y="20366"/>
                </a:lnTo>
                <a:lnTo>
                  <a:pt x="198120" y="31822"/>
                </a:lnTo>
                <a:lnTo>
                  <a:pt x="237744" y="45824"/>
                </a:lnTo>
                <a:lnTo>
                  <a:pt x="277368" y="62371"/>
                </a:lnTo>
                <a:lnTo>
                  <a:pt x="316992" y="81465"/>
                </a:lnTo>
                <a:lnTo>
                  <a:pt x="356616" y="103104"/>
                </a:lnTo>
                <a:lnTo>
                  <a:pt x="396240" y="127289"/>
                </a:lnTo>
                <a:lnTo>
                  <a:pt x="435864" y="154019"/>
                </a:lnTo>
                <a:lnTo>
                  <a:pt x="475488" y="183296"/>
                </a:lnTo>
                <a:lnTo>
                  <a:pt x="515112" y="215118"/>
                </a:lnTo>
                <a:lnTo>
                  <a:pt x="554736" y="249486"/>
                </a:lnTo>
                <a:lnTo>
                  <a:pt x="594360" y="286399"/>
                </a:lnTo>
                <a:lnTo>
                  <a:pt x="633984" y="325859"/>
                </a:lnTo>
                <a:lnTo>
                  <a:pt x="673608" y="367864"/>
                </a:lnTo>
                <a:lnTo>
                  <a:pt x="713232" y="412415"/>
                </a:lnTo>
                <a:lnTo>
                  <a:pt x="752856" y="459512"/>
                </a:lnTo>
                <a:lnTo>
                  <a:pt x="792480" y="509155"/>
                </a:lnTo>
                <a:lnTo>
                  <a:pt x="832104" y="561343"/>
                </a:lnTo>
                <a:lnTo>
                  <a:pt x="871728" y="616077"/>
                </a:lnTo>
                <a:lnTo>
                  <a:pt x="911352" y="673357"/>
                </a:lnTo>
                <a:lnTo>
                  <a:pt x="950976" y="733183"/>
                </a:lnTo>
                <a:lnTo>
                  <a:pt x="990600" y="795554"/>
                </a:lnTo>
                <a:lnTo>
                  <a:pt x="1030224" y="860471"/>
                </a:lnTo>
                <a:lnTo>
                  <a:pt x="1069848" y="927934"/>
                </a:lnTo>
                <a:lnTo>
                  <a:pt x="1109472" y="997943"/>
                </a:lnTo>
                <a:lnTo>
                  <a:pt x="1149096" y="1070497"/>
                </a:lnTo>
                <a:lnTo>
                  <a:pt x="1188720" y="1145598"/>
                </a:lnTo>
                <a:lnTo>
                  <a:pt x="1228344" y="1223244"/>
                </a:lnTo>
                <a:lnTo>
                  <a:pt x="1267968" y="1303436"/>
                </a:lnTo>
                <a:lnTo>
                  <a:pt x="1307592" y="1386173"/>
                </a:lnTo>
                <a:lnTo>
                  <a:pt x="1347216" y="1471457"/>
                </a:lnTo>
                <a:lnTo>
                  <a:pt x="1386840" y="1559286"/>
                </a:lnTo>
                <a:lnTo>
                  <a:pt x="1426464" y="1649661"/>
                </a:lnTo>
                <a:lnTo>
                  <a:pt x="1466088" y="1742581"/>
                </a:lnTo>
                <a:lnTo>
                  <a:pt x="1505712" y="1838048"/>
                </a:lnTo>
                <a:lnTo>
                  <a:pt x="1545336" y="1936060"/>
                </a:lnTo>
                <a:lnTo>
                  <a:pt x="1584960" y="2036618"/>
                </a:lnTo>
              </a:path>
            </a:pathLst>
          </a:custGeom>
          <a:noFill/>
          <a:ln w="31750">
            <a:solidFill>
              <a:srgbClr val="1F8899"/>
            </a:solidFill>
          </a:ln>
        </p:spPr>
        <p:txBody>
          <a:bodyPr/>
          <a:lstStyle/>
          <a:p>
            <a:endParaRPr lang="zh-TW" altLang="en-US"/>
          </a:p>
        </p:txBody>
      </p:sp>
      <p:cxnSp>
        <p:nvCxnSpPr>
          <p:cNvPr id="23" name="L23"/>
          <p:cNvCxnSpPr/>
          <p:nvPr/>
        </p:nvCxnSpPr>
        <p:spPr>
          <a:xfrm>
            <a:off x="5440680" y="3566160"/>
            <a:ext cx="2560320" cy="0"/>
          </a:xfrm>
          <a:prstGeom prst="line">
            <a:avLst/>
          </a:prstGeom>
          <a:ln w="15875">
            <a:solidFill>
              <a:srgbClr val="2B3050"/>
            </a:solidFill>
            <a:tailEnd type="triangle" w="med" len="med"/>
          </a:ln>
        </p:spPr>
      </p:cxnSp>
      <p:cxnSp>
        <p:nvCxnSpPr>
          <p:cNvPr id="24" name="L24"/>
          <p:cNvCxnSpPr/>
          <p:nvPr/>
        </p:nvCxnSpPr>
        <p:spPr>
          <a:xfrm flipV="1">
            <a:off x="5440680" y="1143000"/>
            <a:ext cx="0" cy="2441448"/>
          </a:xfrm>
          <a:prstGeom prst="line">
            <a:avLst/>
          </a:prstGeom>
          <a:ln w="15875">
            <a:solidFill>
              <a:srgbClr val="2B3050"/>
            </a:solidFill>
            <a:tailEnd type="triangle" w="med" len="med"/>
          </a:ln>
        </p:spPr>
      </p:cxnSp>
      <p:sp>
        <p:nvSpPr>
          <p:cNvPr id="25" name="T25"/>
          <p:cNvSpPr txBox="1"/>
          <p:nvPr/>
        </p:nvSpPr>
        <p:spPr>
          <a:xfrm>
            <a:off x="8019288" y="3364992"/>
            <a:ext cx="8229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(s)</a:t>
            </a:r>
            <a:endParaRPr lang="zh-TW" sz="2400"/>
          </a:p>
        </p:txBody>
      </p:sp>
      <p:sp>
        <p:nvSpPr>
          <p:cNvPr id="26" name="T26"/>
          <p:cNvSpPr txBox="1"/>
          <p:nvPr/>
        </p:nvSpPr>
        <p:spPr>
          <a:xfrm>
            <a:off x="5486400" y="868680"/>
            <a:ext cx="17373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s (m)</a:t>
            </a:r>
            <a:endParaRPr lang="zh-TW" sz="2400"/>
          </a:p>
        </p:txBody>
      </p:sp>
      <p:cxnSp>
        <p:nvCxnSpPr>
          <p:cNvPr id="27" name="L27"/>
          <p:cNvCxnSpPr/>
          <p:nvPr/>
        </p:nvCxnSpPr>
        <p:spPr>
          <a:xfrm>
            <a:off x="6233160" y="3566160"/>
            <a:ext cx="0" cy="64008"/>
          </a:xfrm>
          <a:prstGeom prst="line">
            <a:avLst/>
          </a:prstGeom>
          <a:ln w="12700">
            <a:solidFill>
              <a:srgbClr val="2B3050"/>
            </a:solidFill>
          </a:ln>
        </p:spPr>
      </p:cxnSp>
      <p:sp>
        <p:nvSpPr>
          <p:cNvPr id="28" name="T28"/>
          <p:cNvSpPr txBox="1"/>
          <p:nvPr/>
        </p:nvSpPr>
        <p:spPr>
          <a:xfrm>
            <a:off x="5867400" y="36027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10</a:t>
            </a:r>
            <a:endParaRPr lang="zh-TW" sz="2400"/>
          </a:p>
        </p:txBody>
      </p:sp>
      <p:cxnSp>
        <p:nvCxnSpPr>
          <p:cNvPr id="29" name="L29"/>
          <p:cNvCxnSpPr/>
          <p:nvPr/>
        </p:nvCxnSpPr>
        <p:spPr>
          <a:xfrm>
            <a:off x="7818120" y="3566160"/>
            <a:ext cx="0" cy="64008"/>
          </a:xfrm>
          <a:prstGeom prst="line">
            <a:avLst/>
          </a:prstGeom>
          <a:ln w="12700">
            <a:solidFill>
              <a:srgbClr val="2B3050"/>
            </a:solidFill>
          </a:ln>
        </p:spPr>
      </p:cxnSp>
      <p:sp>
        <p:nvSpPr>
          <p:cNvPr id="30" name="T30"/>
          <p:cNvSpPr txBox="1"/>
          <p:nvPr/>
        </p:nvSpPr>
        <p:spPr>
          <a:xfrm>
            <a:off x="7452360" y="3602736"/>
            <a:ext cx="73152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30</a:t>
            </a:r>
            <a:endParaRPr lang="zh-TW" sz="2400"/>
          </a:p>
        </p:txBody>
      </p:sp>
      <p:cxnSp>
        <p:nvCxnSpPr>
          <p:cNvPr id="31" name="L31"/>
          <p:cNvCxnSpPr/>
          <p:nvPr/>
        </p:nvCxnSpPr>
        <p:spPr>
          <a:xfrm>
            <a:off x="5376672" y="3006090"/>
            <a:ext cx="64008" cy="0"/>
          </a:xfrm>
          <a:prstGeom prst="line">
            <a:avLst/>
          </a:prstGeom>
          <a:ln w="12700">
            <a:solidFill>
              <a:srgbClr val="2B3050"/>
            </a:solidFill>
          </a:ln>
        </p:spPr>
      </p:cxnSp>
      <p:sp>
        <p:nvSpPr>
          <p:cNvPr id="32" name="T32"/>
          <p:cNvSpPr txBox="1"/>
          <p:nvPr/>
        </p:nvSpPr>
        <p:spPr>
          <a:xfrm>
            <a:off x="4526280" y="2804922"/>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250</a:t>
            </a:r>
            <a:endParaRPr lang="zh-TW" sz="2400"/>
          </a:p>
        </p:txBody>
      </p:sp>
      <p:cxnSp>
        <p:nvCxnSpPr>
          <p:cNvPr id="33" name="L33"/>
          <p:cNvCxnSpPr/>
          <p:nvPr/>
        </p:nvCxnSpPr>
        <p:spPr>
          <a:xfrm>
            <a:off x="5376672" y="1511823"/>
            <a:ext cx="64008" cy="0"/>
          </a:xfrm>
          <a:prstGeom prst="line">
            <a:avLst/>
          </a:prstGeom>
          <a:ln w="12700">
            <a:solidFill>
              <a:srgbClr val="2B3050"/>
            </a:solidFill>
          </a:ln>
        </p:spPr>
      </p:cxnSp>
      <p:sp>
        <p:nvSpPr>
          <p:cNvPr id="34" name="T34"/>
          <p:cNvSpPr txBox="1"/>
          <p:nvPr/>
        </p:nvSpPr>
        <p:spPr>
          <a:xfrm>
            <a:off x="4526280" y="1310655"/>
            <a:ext cx="868680" cy="411480"/>
          </a:xfrm>
          <a:prstGeom prst="rect">
            <a:avLst/>
          </a:prstGeom>
          <a:noFill/>
          <a:ln>
            <a:noFill/>
          </a:ln>
        </p:spPr>
        <p:txBody>
          <a:bodyPr wrap="non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917</a:t>
            </a:r>
            <a:endParaRPr lang="zh-TW" sz="2400"/>
          </a:p>
        </p:txBody>
      </p:sp>
      <p:sp>
        <p:nvSpPr>
          <p:cNvPr id="35" name="P35"/>
          <p:cNvSpPr/>
          <p:nvPr/>
        </p:nvSpPr>
        <p:spPr>
          <a:xfrm>
            <a:off x="5440680" y="3006090"/>
            <a:ext cx="792480" cy="560070"/>
          </a:xfrm>
          <a:custGeom>
            <a:avLst/>
            <a:gdLst/>
            <a:ahLst/>
            <a:cxnLst/>
            <a:rect l="0" t="0" r="r" b="b"/>
            <a:pathLst>
              <a:path w="792480" h="560070">
                <a:moveTo>
                  <a:pt x="0" y="560070"/>
                </a:moveTo>
                <a:lnTo>
                  <a:pt x="19812" y="559720"/>
                </a:lnTo>
                <a:lnTo>
                  <a:pt x="39624" y="558670"/>
                </a:lnTo>
                <a:lnTo>
                  <a:pt x="59436" y="556920"/>
                </a:lnTo>
                <a:lnTo>
                  <a:pt x="79248" y="554469"/>
                </a:lnTo>
                <a:lnTo>
                  <a:pt x="99060" y="551319"/>
                </a:lnTo>
                <a:lnTo>
                  <a:pt x="118872" y="547468"/>
                </a:lnTo>
                <a:lnTo>
                  <a:pt x="138684" y="542918"/>
                </a:lnTo>
                <a:lnTo>
                  <a:pt x="158496" y="537667"/>
                </a:lnTo>
                <a:lnTo>
                  <a:pt x="178308" y="531716"/>
                </a:lnTo>
                <a:lnTo>
                  <a:pt x="198120" y="525066"/>
                </a:lnTo>
                <a:lnTo>
                  <a:pt x="217932" y="517715"/>
                </a:lnTo>
                <a:lnTo>
                  <a:pt x="237744" y="509664"/>
                </a:lnTo>
                <a:lnTo>
                  <a:pt x="257556" y="500913"/>
                </a:lnTo>
                <a:lnTo>
                  <a:pt x="277368" y="491461"/>
                </a:lnTo>
                <a:lnTo>
                  <a:pt x="297180" y="481310"/>
                </a:lnTo>
                <a:lnTo>
                  <a:pt x="316992" y="470459"/>
                </a:lnTo>
                <a:lnTo>
                  <a:pt x="336804" y="458907"/>
                </a:lnTo>
                <a:lnTo>
                  <a:pt x="356616" y="446656"/>
                </a:lnTo>
                <a:lnTo>
                  <a:pt x="376428" y="433704"/>
                </a:lnTo>
                <a:lnTo>
                  <a:pt x="396240" y="420053"/>
                </a:lnTo>
                <a:lnTo>
                  <a:pt x="416052" y="405701"/>
                </a:lnTo>
                <a:lnTo>
                  <a:pt x="435864" y="390649"/>
                </a:lnTo>
                <a:lnTo>
                  <a:pt x="455676" y="374897"/>
                </a:lnTo>
                <a:lnTo>
                  <a:pt x="475488" y="358445"/>
                </a:lnTo>
                <a:lnTo>
                  <a:pt x="495300" y="341293"/>
                </a:lnTo>
                <a:lnTo>
                  <a:pt x="515112" y="323440"/>
                </a:lnTo>
                <a:lnTo>
                  <a:pt x="534924" y="304888"/>
                </a:lnTo>
                <a:lnTo>
                  <a:pt x="554736" y="285636"/>
                </a:lnTo>
                <a:lnTo>
                  <a:pt x="574548" y="265683"/>
                </a:lnTo>
                <a:lnTo>
                  <a:pt x="594360" y="245031"/>
                </a:lnTo>
                <a:lnTo>
                  <a:pt x="614172" y="223678"/>
                </a:lnTo>
                <a:lnTo>
                  <a:pt x="633984" y="201625"/>
                </a:lnTo>
                <a:lnTo>
                  <a:pt x="653796" y="178872"/>
                </a:lnTo>
                <a:lnTo>
                  <a:pt x="673608" y="155419"/>
                </a:lnTo>
                <a:lnTo>
                  <a:pt x="693420" y="131266"/>
                </a:lnTo>
                <a:lnTo>
                  <a:pt x="713232" y="106413"/>
                </a:lnTo>
                <a:lnTo>
                  <a:pt x="733044" y="80860"/>
                </a:lnTo>
                <a:lnTo>
                  <a:pt x="752856" y="54607"/>
                </a:lnTo>
                <a:lnTo>
                  <a:pt x="772668" y="27653"/>
                </a:lnTo>
                <a:lnTo>
                  <a:pt x="792480" y="0"/>
                </a:lnTo>
              </a:path>
            </a:pathLst>
          </a:custGeom>
          <a:noFill/>
          <a:ln w="31750">
            <a:solidFill>
              <a:srgbClr val="D6006F"/>
            </a:solidFill>
          </a:ln>
        </p:spPr>
        <p:txBody>
          <a:bodyPr/>
          <a:lstStyle/>
          <a:p>
            <a:endParaRPr lang="zh-TW" altLang="en-US"/>
          </a:p>
        </p:txBody>
      </p:sp>
      <p:sp>
        <p:nvSpPr>
          <p:cNvPr id="36" name="P36"/>
          <p:cNvSpPr/>
          <p:nvPr/>
        </p:nvSpPr>
        <p:spPr>
          <a:xfrm>
            <a:off x="6233160" y="1512570"/>
            <a:ext cx="1584960" cy="1493520"/>
          </a:xfrm>
          <a:custGeom>
            <a:avLst/>
            <a:gdLst/>
            <a:ahLst/>
            <a:cxnLst/>
            <a:rect l="0" t="0" r="r" b="b"/>
            <a:pathLst>
              <a:path w="1584960" h="1493520">
                <a:moveTo>
                  <a:pt x="0" y="1493520"/>
                </a:moveTo>
                <a:lnTo>
                  <a:pt x="39624" y="1437525"/>
                </a:lnTo>
                <a:lnTo>
                  <a:pt x="79248" y="1381599"/>
                </a:lnTo>
                <a:lnTo>
                  <a:pt x="118872" y="1325814"/>
                </a:lnTo>
                <a:lnTo>
                  <a:pt x="158496" y="1270239"/>
                </a:lnTo>
                <a:lnTo>
                  <a:pt x="198120" y="1214944"/>
                </a:lnTo>
                <a:lnTo>
                  <a:pt x="237744" y="1159998"/>
                </a:lnTo>
                <a:lnTo>
                  <a:pt x="277368" y="1105473"/>
                </a:lnTo>
                <a:lnTo>
                  <a:pt x="316992" y="1051438"/>
                </a:lnTo>
                <a:lnTo>
                  <a:pt x="356616" y="997963"/>
                </a:lnTo>
                <a:lnTo>
                  <a:pt x="396240" y="945118"/>
                </a:lnTo>
                <a:lnTo>
                  <a:pt x="435864" y="892973"/>
                </a:lnTo>
                <a:lnTo>
                  <a:pt x="475488" y="841599"/>
                </a:lnTo>
                <a:lnTo>
                  <a:pt x="515112" y="791064"/>
                </a:lnTo>
                <a:lnTo>
                  <a:pt x="554736" y="741439"/>
                </a:lnTo>
                <a:lnTo>
                  <a:pt x="594360" y="692795"/>
                </a:lnTo>
                <a:lnTo>
                  <a:pt x="633984" y="645201"/>
                </a:lnTo>
                <a:lnTo>
                  <a:pt x="673608" y="598726"/>
                </a:lnTo>
                <a:lnTo>
                  <a:pt x="713232" y="553443"/>
                </a:lnTo>
                <a:lnTo>
                  <a:pt x="752856" y="509419"/>
                </a:lnTo>
                <a:lnTo>
                  <a:pt x="792480" y="466725"/>
                </a:lnTo>
                <a:lnTo>
                  <a:pt x="832104" y="425432"/>
                </a:lnTo>
                <a:lnTo>
                  <a:pt x="871728" y="385608"/>
                </a:lnTo>
                <a:lnTo>
                  <a:pt x="911352" y="347325"/>
                </a:lnTo>
                <a:lnTo>
                  <a:pt x="950976" y="310652"/>
                </a:lnTo>
                <a:lnTo>
                  <a:pt x="990600" y="275659"/>
                </a:lnTo>
                <a:lnTo>
                  <a:pt x="1030224" y="242417"/>
                </a:lnTo>
                <a:lnTo>
                  <a:pt x="1069848" y="210995"/>
                </a:lnTo>
                <a:lnTo>
                  <a:pt x="1109472" y="181463"/>
                </a:lnTo>
                <a:lnTo>
                  <a:pt x="1149096" y="153891"/>
                </a:lnTo>
                <a:lnTo>
                  <a:pt x="1188720" y="128349"/>
                </a:lnTo>
                <a:lnTo>
                  <a:pt x="1228344" y="104908"/>
                </a:lnTo>
                <a:lnTo>
                  <a:pt x="1267968" y="83637"/>
                </a:lnTo>
                <a:lnTo>
                  <a:pt x="1307592" y="64606"/>
                </a:lnTo>
                <a:lnTo>
                  <a:pt x="1347216" y="47886"/>
                </a:lnTo>
                <a:lnTo>
                  <a:pt x="1386840" y="33546"/>
                </a:lnTo>
                <a:lnTo>
                  <a:pt x="1426464" y="21656"/>
                </a:lnTo>
                <a:lnTo>
                  <a:pt x="1466088" y="12287"/>
                </a:lnTo>
                <a:lnTo>
                  <a:pt x="1505712" y="5507"/>
                </a:lnTo>
                <a:lnTo>
                  <a:pt x="1545336" y="1389"/>
                </a:lnTo>
                <a:lnTo>
                  <a:pt x="1584960" y="0"/>
                </a:lnTo>
              </a:path>
            </a:pathLst>
          </a:custGeom>
          <a:noFill/>
          <a:ln w="31750">
            <a:solidFill>
              <a:srgbClr val="D6006F"/>
            </a:solidFill>
          </a:ln>
        </p:spPr>
        <p:txBody>
          <a:bodyPr/>
          <a:lstStyle/>
          <a:p>
            <a:endParaRPr lang="zh-TW" altLang="en-US"/>
          </a:p>
        </p:txBody>
      </p:sp>
      <p:sp>
        <p:nvSpPr>
          <p:cNvPr id="37" name="T37"/>
          <p:cNvSpPr txBox="1"/>
          <p:nvPr/>
        </p:nvSpPr>
        <p:spPr>
          <a:xfrm>
            <a:off x="320040" y="4069080"/>
            <a:ext cx="8458200" cy="777240"/>
          </a:xfrm>
          <a:prstGeom prst="roundRect">
            <a:avLst/>
          </a:prstGeom>
          <a:solidFill>
            <a:srgbClr val="FFF6E0"/>
          </a:solidFill>
          <a:ln>
            <a:noFill/>
          </a:ln>
        </p:spPr>
        <p:txBody>
          <a:bodyPr wrap="square" lIns="91440" tIns="45720" rIns="91440" bIns="45720" anchor="ctr">
            <a:noAutofit/>
          </a:bodyPr>
          <a:lstStyle/>
          <a:p>
            <a:pPr algn="l">
              <a:lnSpc>
                <a:spcPct val="100000"/>
              </a:lnSpc>
              <a:buNone/>
            </a:pPr>
            <a:r>
              <a:rPr lang="zh-TW" altLang="en-US" sz="2400" b="0" dirty="0">
                <a:solidFill>
                  <a:srgbClr val="2B3050"/>
                </a:solidFill>
                <a:latin typeface="Calibri"/>
                <a:ea typeface="微軟正黑體"/>
                <a:cs typeface="Calibri"/>
              </a:rPr>
              <a:t>v–t：直線升到 50，再以拋物線降到 0；s–t 全程遞增，30 s 停在 ≈ 917 m</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35" grpId="0" animBg="1"/>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第 2 章（二）曲線運動</a:t>
            </a:r>
          </a:p>
        </p:txBody>
      </p:sp>
      <p:sp>
        <p:nvSpPr>
          <p:cNvPr id="11" name="T11"/>
          <p:cNvSpPr txBox="1"/>
          <p:nvPr/>
        </p:nvSpPr>
        <p:spPr>
          <a:xfrm>
            <a:off x="320040" y="868680"/>
            <a:ext cx="84582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2-4 向量表示、2-5 直角座標、2-6 拋射體</a:t>
            </a:r>
            <a:endParaRPr lang="zh-TW" sz="2400"/>
          </a:p>
        </p:txBody>
      </p:sp>
      <p:sp>
        <p:nvSpPr>
          <p:cNvPr id="12" name="T12"/>
          <p:cNvSpPr txBox="1"/>
          <p:nvPr/>
        </p:nvSpPr>
        <p:spPr>
          <a:xfrm>
            <a:off x="548640" y="1463040"/>
            <a:ext cx="310896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例題 2-11、2-12</a:t>
            </a:r>
            <a:endParaRPr lang="zh-TW" sz="2400"/>
          </a:p>
        </p:txBody>
      </p:sp>
      <p:sp>
        <p:nvSpPr>
          <p:cNvPr id="13" name="T13"/>
          <p:cNvSpPr txBox="1"/>
          <p:nvPr/>
        </p:nvSpPr>
        <p:spPr>
          <a:xfrm>
            <a:off x="3794760" y="1463040"/>
            <a:ext cx="498348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由 x(t)、y(t) 求位置、速度</a:t>
            </a:r>
            <a:endParaRPr lang="zh-TW" sz="2400"/>
          </a:p>
        </p:txBody>
      </p:sp>
      <p:sp>
        <p:nvSpPr>
          <p:cNvPr id="14" name="T14"/>
          <p:cNvSpPr txBox="1"/>
          <p:nvPr/>
        </p:nvSpPr>
        <p:spPr>
          <a:xfrm>
            <a:off x="548640" y="1975104"/>
            <a:ext cx="310896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例題 2-13、2-14</a:t>
            </a:r>
            <a:endParaRPr lang="zh-TW" sz="2400"/>
          </a:p>
        </p:txBody>
      </p:sp>
      <p:sp>
        <p:nvSpPr>
          <p:cNvPr id="15" name="T15"/>
          <p:cNvSpPr txBox="1"/>
          <p:nvPr/>
        </p:nvSpPr>
        <p:spPr>
          <a:xfrm>
            <a:off x="3794760" y="1975104"/>
            <a:ext cx="498348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位移、平均速度、平均加速度</a:t>
            </a:r>
            <a:endParaRPr lang="zh-TW" sz="2400"/>
          </a:p>
        </p:txBody>
      </p:sp>
      <p:sp>
        <p:nvSpPr>
          <p:cNvPr id="16" name="T16"/>
          <p:cNvSpPr txBox="1"/>
          <p:nvPr/>
        </p:nvSpPr>
        <p:spPr>
          <a:xfrm>
            <a:off x="548640" y="2487168"/>
            <a:ext cx="310896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例題 2-15、2-16</a:t>
            </a:r>
            <a:endParaRPr lang="zh-TW" sz="2400"/>
          </a:p>
        </p:txBody>
      </p:sp>
      <p:sp>
        <p:nvSpPr>
          <p:cNvPr id="17" name="T17"/>
          <p:cNvSpPr txBox="1"/>
          <p:nvPr/>
        </p:nvSpPr>
        <p:spPr>
          <a:xfrm>
            <a:off x="3794760" y="2487168"/>
            <a:ext cx="498348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拋射體運動</a:t>
            </a:r>
            <a:endParaRPr lang="zh-TW"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2-11　題目與思考重點</a:t>
            </a:r>
          </a:p>
        </p:txBody>
      </p:sp>
      <p:sp>
        <p:nvSpPr>
          <p:cNvPr id="11" name="T11"/>
          <p:cNvSpPr txBox="1"/>
          <p:nvPr/>
        </p:nvSpPr>
        <p:spPr>
          <a:xfrm>
            <a:off x="320040" y="868680"/>
            <a:ext cx="8458200" cy="950976"/>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x = 3t² − 5t + 3，y = t²（m，t ≥ 0）。</a:t>
            </a:r>
            <a:endParaRPr lang="zh-TW" sz="2400"/>
          </a:p>
          <a:p>
            <a:pPr algn="l">
              <a:lnSpc>
                <a:spcPct val="100000"/>
              </a:lnSpc>
              <a:buNone/>
            </a:pPr>
            <a:r>
              <a:rPr lang="zh-TW" altLang="en-US" sz="2400" b="0" dirty="0">
                <a:solidFill>
                  <a:srgbClr val="2B3050"/>
                </a:solidFill>
                <a:latin typeface="Calibri"/>
                <a:ea typeface="微軟正黑體"/>
                <a:cs typeface="Calibri"/>
              </a:rPr>
              <a:t>求離地 36 m 時物體的位置、速度與加速度。</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2-4 向量表示</a:t>
            </a:r>
            <a:endParaRPr lang="zh-TW" sz="2400"/>
          </a:p>
        </p:txBody>
      </p:sp>
      <p:sp>
        <p:nvSpPr>
          <p:cNvPr id="13" name="T13"/>
          <p:cNvSpPr txBox="1"/>
          <p:nvPr/>
        </p:nvSpPr>
        <p:spPr>
          <a:xfrm>
            <a:off x="320040" y="1929384"/>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6766560" y="1929384"/>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2386584"/>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x、y 各自微分，互不干涉</a:t>
            </a:r>
            <a:endParaRPr lang="zh-TW" sz="2400"/>
          </a:p>
        </p:txBody>
      </p:sp>
      <p:sp>
        <p:nvSpPr>
          <p:cNvPr id="16" name="T16"/>
          <p:cNvSpPr txBox="1"/>
          <p:nvPr/>
        </p:nvSpPr>
        <p:spPr>
          <a:xfrm>
            <a:off x="502920" y="2825496"/>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「離地 36 m」→ y = 36，先求 t</a:t>
            </a:r>
            <a:endParaRPr lang="zh-TW" sz="2400"/>
          </a:p>
        </p:txBody>
      </p:sp>
      <p:sp>
        <p:nvSpPr>
          <p:cNvPr id="17" name="T17"/>
          <p:cNvSpPr txBox="1"/>
          <p:nvPr/>
        </p:nvSpPr>
        <p:spPr>
          <a:xfrm>
            <a:off x="502920" y="3264408"/>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最後寫成 i、j 向量並求大小</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2-11　解題重點</a:t>
            </a:r>
          </a:p>
        </p:txBody>
      </p:sp>
      <p:sp>
        <p:nvSpPr>
          <p:cNvPr id="11" name="S11"/>
          <p:cNvSpPr/>
          <p:nvPr/>
        </p:nvSpPr>
        <p:spPr>
          <a:xfrm>
            <a:off x="338328" y="93268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3268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vx = 6t − 5，vy = 2t；ax = 6，ay = 2</a:t>
            </a:r>
            <a:endParaRPr lang="zh-TW" sz="2400"/>
          </a:p>
        </p:txBody>
      </p:sp>
      <p:sp>
        <p:nvSpPr>
          <p:cNvPr id="14" name="S14"/>
          <p:cNvSpPr/>
          <p:nvPr/>
        </p:nvSpPr>
        <p:spPr>
          <a:xfrm>
            <a:off x="338328" y="142646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42646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362456"/>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y = t² = 36 → t = 6 s</a:t>
            </a:r>
            <a:endParaRPr lang="zh-TW" sz="2400"/>
          </a:p>
        </p:txBody>
      </p:sp>
      <p:sp>
        <p:nvSpPr>
          <p:cNvPr id="17" name="S17"/>
          <p:cNvSpPr/>
          <p:nvPr/>
        </p:nvSpPr>
        <p:spPr>
          <a:xfrm>
            <a:off x="338328" y="1920240"/>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192024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1856232"/>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r = 81i + 36j (m)，v = 31i + 12j (m/s)</a:t>
            </a:r>
            <a:endParaRPr lang="zh-TW" sz="2400"/>
          </a:p>
        </p:txBody>
      </p:sp>
      <p:sp>
        <p:nvSpPr>
          <p:cNvPr id="20" name="S20"/>
          <p:cNvSpPr/>
          <p:nvPr/>
        </p:nvSpPr>
        <p:spPr>
          <a:xfrm>
            <a:off x="338328" y="2459736"/>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2459736"/>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mc:AlternateContent xmlns:mc="http://schemas.openxmlformats.org/markup-compatibility/2006" xmlns:a14="http://schemas.microsoft.com/office/drawing/2010/main">
        <mc:Choice Requires="a14">
          <p:sp>
            <p:nvSpPr>
              <p:cNvPr id="22" name="T22"/>
              <p:cNvSpPr txBox="1"/>
              <p:nvPr/>
            </p:nvSpPr>
            <p:spPr>
              <a:xfrm>
                <a:off x="777240" y="2350008"/>
                <a:ext cx="800100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31</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12</m:t>
                              </m:r>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 33.2 </m:t>
                      </m:r>
                      <m:r>
                        <a:rPr lang="en-US" altLang="zh-TW" sz="2400" b="0" i="1">
                          <a:solidFill>
                            <a:srgbClr val="2B3050"/>
                          </a:solidFill>
                          <a:latin typeface="Cambria Math" panose="02040503050406030204" pitchFamily="18" charset="0"/>
                          <a:ea typeface="Cambria Math"/>
                        </a:rPr>
                        <m:t>𝑚</m:t>
                      </m:r>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𝑠</m:t>
                      </m:r>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𝑎</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40</m:t>
                          </m:r>
                        </m:e>
                      </m:rad>
                      <m:r>
                        <a:rPr lang="en-US" altLang="zh-TW" sz="2400" b="0" i="0">
                          <a:solidFill>
                            <a:srgbClr val="2B3050"/>
                          </a:solidFill>
                          <a:latin typeface="Cambria Math" panose="02040503050406030204" pitchFamily="18" charset="0"/>
                          <a:ea typeface="Cambria Math"/>
                        </a:rPr>
                        <m:t> ≈ 6.32 </m:t>
                      </m:r>
                      <m:r>
                        <a:rPr lang="en-US" altLang="zh-TW" sz="2400" b="0" i="1">
                          <a:solidFill>
                            <a:srgbClr val="2B3050"/>
                          </a:solidFill>
                          <a:latin typeface="Cambria Math" panose="02040503050406030204" pitchFamily="18" charset="0"/>
                          <a:ea typeface="Cambria Math"/>
                        </a:rPr>
                        <m:t>𝑚</m:t>
                      </m:r>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𝑠</m:t>
                      </m:r>
                      <m:r>
                        <a:rPr lang="en-US" altLang="zh-TW" sz="2400" b="0" i="0">
                          <a:solidFill>
                            <a:srgbClr val="2B3050"/>
                          </a:solidFill>
                          <a:latin typeface="Cambria Math" panose="02040503050406030204" pitchFamily="18" charset="0"/>
                          <a:ea typeface="Cambria Math"/>
                        </a:rPr>
                        <m:t>²</m:t>
                      </m:r>
                    </m:oMath>
                  </m:oMathPara>
                </a14:m>
                <a:endParaRPr lang="zh-TW" sz="2400"/>
              </a:p>
            </p:txBody>
          </p:sp>
        </mc:Choice>
        <mc:Fallback xmlns="">
          <p:pic>
            <p:nvPicPr>
              <p:cNvPr id="22" name="F22"/>
              <p:cNvPicPr/>
              <p:nvPr/>
            </p:nvPicPr>
            <p:blipFill>
              <a:blip r:embed="rId2"/>
              <a:stretch>
                <a:fillRect/>
              </a:stretch>
            </p:blipFill>
            <p:spPr>
              <a:xfrm>
                <a:off x="777240" y="2350008"/>
                <a:ext cx="8001000" cy="548640"/>
              </a:xfrm>
              <a:prstGeom prst="rect">
                <a:avLst/>
              </a:prstGeom>
              <a:noFill/>
              <a:ln>
                <a:noFill/>
              </a:ln>
            </p:spPr>
          </p:pic>
        </mc:Fallback>
      </mc:AlternateContent>
      <p:sp>
        <p:nvSpPr>
          <p:cNvPr id="23" name="T23"/>
          <p:cNvSpPr txBox="1"/>
          <p:nvPr/>
        </p:nvSpPr>
        <p:spPr>
          <a:xfrm>
            <a:off x="320040" y="2990088"/>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r = 81i + 36j m，v = 31i + 12j m/s，a = 6i + 2j m/s²</a:t>
            </a:r>
            <a:endParaRPr lang="zh-TW" sz="2400"/>
          </a:p>
        </p:txBody>
      </p:sp>
      <p:sp>
        <p:nvSpPr>
          <p:cNvPr id="24" name="T24"/>
          <p:cNvSpPr txBox="1"/>
          <p:nvPr/>
        </p:nvSpPr>
        <p:spPr>
          <a:xfrm>
            <a:off x="320040" y="3575304"/>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加速度是定值；速度的大小、方向都隨 t 改變</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2-12　題目與思考重點</a:t>
            </a:r>
          </a:p>
        </p:txBody>
      </p:sp>
      <p:sp>
        <p:nvSpPr>
          <p:cNvPr id="11" name="T11"/>
          <p:cNvSpPr txBox="1"/>
          <p:nvPr/>
        </p:nvSpPr>
        <p:spPr>
          <a:xfrm>
            <a:off x="320040" y="868680"/>
            <a:ext cx="8458200" cy="950976"/>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承例題 2-11，離地 36 m 時（t = 6 s），</a:t>
            </a:r>
            <a:endParaRPr lang="zh-TW" sz="2400"/>
          </a:p>
          <a:p>
            <a:pPr algn="l">
              <a:lnSpc>
                <a:spcPct val="100000"/>
              </a:lnSpc>
              <a:buNone/>
            </a:pPr>
            <a:r>
              <a:rPr lang="zh-TW" altLang="en-US" sz="2400" b="0" dirty="0">
                <a:solidFill>
                  <a:srgbClr val="2B3050"/>
                </a:solidFill>
                <a:latin typeface="Calibri"/>
                <a:ea typeface="微軟正黑體"/>
                <a:cs typeface="Calibri"/>
              </a:rPr>
              <a:t>離原點距離為多少？平均速率為多少？</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2-4 向量表示</a:t>
            </a:r>
            <a:endParaRPr lang="zh-TW" sz="2400"/>
          </a:p>
        </p:txBody>
      </p:sp>
      <p:sp>
        <p:nvSpPr>
          <p:cNvPr id="13" name="T13"/>
          <p:cNvSpPr txBox="1"/>
          <p:nvPr/>
        </p:nvSpPr>
        <p:spPr>
          <a:xfrm>
            <a:off x="320040" y="1929384"/>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6766560" y="1929384"/>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2386584"/>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起點 t = 0 在 (3, 0)，不在原點</a:t>
            </a:r>
            <a:endParaRPr lang="zh-TW" sz="2400"/>
          </a:p>
        </p:txBody>
      </p:sp>
      <p:sp>
        <p:nvSpPr>
          <p:cNvPr id="16" name="T16"/>
          <p:cNvSpPr txBox="1"/>
          <p:nvPr/>
        </p:nvSpPr>
        <p:spPr>
          <a:xfrm>
            <a:off x="502920" y="2825496"/>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離原點距離、位移大小、路程是三個不同長度</a:t>
            </a:r>
            <a:endParaRPr lang="zh-TW" sz="2400"/>
          </a:p>
        </p:txBody>
      </p:sp>
      <p:sp>
        <p:nvSpPr>
          <p:cNvPr id="17" name="T17"/>
          <p:cNvSpPr txBox="1"/>
          <p:nvPr/>
        </p:nvSpPr>
        <p:spPr>
          <a:xfrm>
            <a:off x="502920" y="3264408"/>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平均速率 ＝ 路程 ÷ 時間</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2-12　解題重點</a:t>
            </a:r>
          </a:p>
        </p:txBody>
      </p:sp>
      <p:sp>
        <p:nvSpPr>
          <p:cNvPr id="11" name="S11"/>
          <p:cNvSpPr/>
          <p:nvPr/>
        </p:nvSpPr>
        <p:spPr>
          <a:xfrm>
            <a:off x="338328" y="97840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7840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mc:AlternateContent xmlns:mc="http://schemas.openxmlformats.org/markup-compatibility/2006" xmlns:a14="http://schemas.microsoft.com/office/drawing/2010/main">
        <mc:Choice Requires="a14">
          <p:sp>
            <p:nvSpPr>
              <p:cNvPr id="13" name="T13"/>
              <p:cNvSpPr txBox="1"/>
              <p:nvPr/>
            </p:nvSpPr>
            <p:spPr>
              <a:xfrm>
                <a:off x="777240" y="868680"/>
                <a:ext cx="8001000" cy="54864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離原點：</a:t>
                </a:r>
                <a14:m>
                  <m:oMath xmlns:m="http://schemas.openxmlformats.org/officeDocument/2006/math">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𝑟</m:t>
                    </m:r>
                    <m:r>
                      <a:rPr lang="en-US" altLang="zh-TW" sz="2400" b="0" i="0">
                        <a:solidFill>
                          <a:srgbClr val="2B3050"/>
                        </a:solidFill>
                        <a:latin typeface="Cambria Math" panose="02040503050406030204" pitchFamily="18" charset="0"/>
                        <a:ea typeface="Cambria Math"/>
                      </a:rPr>
                      <m:t>(6)|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81</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36</m:t>
                            </m:r>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 88.64 </m:t>
                    </m:r>
                    <m:r>
                      <a:rPr lang="en-US" altLang="zh-TW" sz="2400" b="0" i="1">
                        <a:solidFill>
                          <a:srgbClr val="2B3050"/>
                        </a:solidFill>
                        <a:latin typeface="Cambria Math" panose="02040503050406030204" pitchFamily="18" charset="0"/>
                        <a:ea typeface="Cambria Math"/>
                      </a:rPr>
                      <m:t>𝑚</m:t>
                    </m:r>
                  </m:oMath>
                </a14:m>
                <a:endParaRPr lang="zh-TW" sz="2400"/>
              </a:p>
            </p:txBody>
          </p:sp>
        </mc:Choice>
        <mc:Fallback xmlns="">
          <p:pic>
            <p:nvPicPr>
              <p:cNvPr id="13" name="F13"/>
              <p:cNvPicPr/>
              <p:nvPr/>
            </p:nvPicPr>
            <p:blipFill>
              <a:blip r:embed="rId2"/>
              <a:stretch>
                <a:fillRect/>
              </a:stretch>
            </p:blipFill>
            <p:spPr>
              <a:xfrm>
                <a:off x="777240" y="868680"/>
                <a:ext cx="8001000" cy="548640"/>
              </a:xfrm>
              <a:prstGeom prst="rect">
                <a:avLst/>
              </a:prstGeom>
              <a:noFill/>
              <a:ln>
                <a:noFill/>
              </a:ln>
            </p:spPr>
          </p:pic>
        </mc:Fallback>
      </mc:AlternateContent>
      <p:sp>
        <p:nvSpPr>
          <p:cNvPr id="14" name="S14"/>
          <p:cNvSpPr/>
          <p:nvPr/>
        </p:nvSpPr>
        <p:spPr>
          <a:xfrm>
            <a:off x="338328" y="1737360"/>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73736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453896"/>
            <a:ext cx="8001000" cy="896112"/>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Δr = (81, 36) − (3, 0) = 78i + 36j → |Δr| ≈ 85.91 m；平均速度 13i + 6j（≈ 14.32 m/s）</a:t>
            </a:r>
            <a:endParaRPr lang="zh-TW" sz="2400"/>
          </a:p>
        </p:txBody>
      </p:sp>
      <p:sp>
        <p:nvSpPr>
          <p:cNvPr id="17" name="S17"/>
          <p:cNvSpPr/>
          <p:nvPr/>
        </p:nvSpPr>
        <p:spPr>
          <a:xfrm>
            <a:off x="338328" y="2679192"/>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2679192"/>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mc:AlternateContent xmlns:mc="http://schemas.openxmlformats.org/markup-compatibility/2006" xmlns:a14="http://schemas.microsoft.com/office/drawing/2010/main">
        <mc:Choice Requires="a14">
          <p:sp>
            <p:nvSpPr>
              <p:cNvPr id="19" name="T19"/>
              <p:cNvSpPr txBox="1"/>
              <p:nvPr/>
            </p:nvSpPr>
            <p:spPr>
              <a:xfrm>
                <a:off x="777240" y="2386584"/>
                <a:ext cx="8001000" cy="9144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路程：</a:t>
                </a:r>
                <a14:m>
                  <m:oMath xmlns:m="http://schemas.openxmlformats.org/officeDocument/2006/math">
                    <m:r>
                      <a:rPr lang="en-US" altLang="zh-TW" sz="2400" b="0" i="1">
                        <a:solidFill>
                          <a:srgbClr val="2B3050"/>
                        </a:solidFill>
                        <a:latin typeface="Cambria Math" panose="02040503050406030204" pitchFamily="18" charset="0"/>
                        <a:ea typeface="Cambria Math"/>
                      </a:rPr>
                      <m:t>𝐿</m:t>
                    </m:r>
                    <m:r>
                      <a:rPr lang="en-US" altLang="zh-TW" sz="2400" b="0" i="0">
                        <a:solidFill>
                          <a:srgbClr val="2B3050"/>
                        </a:solidFill>
                        <a:latin typeface="Cambria Math" panose="02040503050406030204" pitchFamily="18" charset="0"/>
                        <a:ea typeface="Cambria Math"/>
                      </a:rPr>
                      <m:t> = </m:t>
                    </m:r>
                    <m:nary>
                      <m:naryPr>
                        <m:limLoc m:val="subSup"/>
                        <m:ctrlPr>
                          <a:rPr lang="en-US" altLang="zh-TW" sz="2400" b="0" i="0">
                            <a:solidFill>
                              <a:srgbClr val="2B3050"/>
                            </a:solidFill>
                            <a:latin typeface="Cambria Math" panose="02040503050406030204" pitchFamily="18" charset="0"/>
                            <a:ea typeface="Cambria Math"/>
                          </a:rPr>
                        </m:ctrlPr>
                      </m:naryPr>
                      <m:sub>
                        <m:r>
                          <a:rPr lang="en-US" altLang="zh-TW" sz="2400" b="0" i="0">
                            <a:solidFill>
                              <a:srgbClr val="2B3050"/>
                            </a:solidFill>
                            <a:latin typeface="Cambria Math" panose="02040503050406030204" pitchFamily="18" charset="0"/>
                            <a:ea typeface="Cambria Math"/>
                          </a:rPr>
                          <m:t>0</m:t>
                        </m:r>
                      </m:sub>
                      <m:sup>
                        <m:r>
                          <a:rPr lang="en-US" altLang="zh-TW" sz="2400" b="0" i="0">
                            <a:solidFill>
                              <a:srgbClr val="2B3050"/>
                            </a:solidFill>
                            <a:latin typeface="Cambria Math" panose="02040503050406030204" pitchFamily="18" charset="0"/>
                            <a:ea typeface="Cambria Math"/>
                          </a:rPr>
                          <m:t>6</m:t>
                        </m:r>
                      </m:sup>
                      <m:e>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6</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− 5</m:t>
                                    </m:r>
                                  </m:e>
                                </m:d>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𝑡</m:t>
                                    </m:r>
                                  </m:e>
                                </m:d>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𝑑𝑡</m:t>
                        </m:r>
                      </m:e>
                    </m:nary>
                    <m:r>
                      <a:rPr lang="en-US" altLang="zh-TW" sz="2400" b="0" i="0">
                        <a:solidFill>
                          <a:srgbClr val="2B3050"/>
                        </a:solidFill>
                        <a:latin typeface="Cambria Math" panose="02040503050406030204" pitchFamily="18" charset="0"/>
                        <a:ea typeface="Cambria Math"/>
                      </a:rPr>
                      <m:t> ≈ 90.23 </m:t>
                    </m:r>
                    <m:r>
                      <a:rPr lang="en-US" altLang="zh-TW" sz="2400" b="0" i="1">
                        <a:solidFill>
                          <a:srgbClr val="2B3050"/>
                        </a:solidFill>
                        <a:latin typeface="Cambria Math" panose="02040503050406030204" pitchFamily="18" charset="0"/>
                        <a:ea typeface="Cambria Math"/>
                      </a:rPr>
                      <m:t>𝑚</m:t>
                    </m:r>
                  </m:oMath>
                </a14:m>
                <a:endParaRPr lang="zh-TW" sz="2400"/>
              </a:p>
            </p:txBody>
          </p:sp>
        </mc:Choice>
        <mc:Fallback xmlns="">
          <p:pic>
            <p:nvPicPr>
              <p:cNvPr id="19" name="F19"/>
              <p:cNvPicPr/>
              <p:nvPr/>
            </p:nvPicPr>
            <p:blipFill>
              <a:blip r:embed="rId3"/>
              <a:stretch>
                <a:fillRect/>
              </a:stretch>
            </p:blipFill>
            <p:spPr>
              <a:xfrm>
                <a:off x="777240" y="2386584"/>
                <a:ext cx="8001000" cy="914400"/>
              </a:xfrm>
              <a:prstGeom prst="rect">
                <a:avLst/>
              </a:prstGeom>
              <a:noFill/>
              <a:ln>
                <a:noFill/>
              </a:ln>
            </p:spPr>
          </p:pic>
        </mc:Fallback>
      </mc:AlternateContent>
      <p:sp>
        <p:nvSpPr>
          <p:cNvPr id="20" name="S20"/>
          <p:cNvSpPr/>
          <p:nvPr/>
        </p:nvSpPr>
        <p:spPr>
          <a:xfrm>
            <a:off x="338328" y="3401568"/>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340156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2" name="T22"/>
          <p:cNvSpPr txBox="1"/>
          <p:nvPr/>
        </p:nvSpPr>
        <p:spPr>
          <a:xfrm>
            <a:off x="777240" y="333756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平均速率 = 90.23 ÷ 6 ≈ 15.04 m/s</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2-12　解題重點（續）</a:t>
            </a:r>
          </a:p>
        </p:txBody>
      </p:sp>
      <p:sp>
        <p:nvSpPr>
          <p:cNvPr id="11" name="T11"/>
          <p:cNvSpPr txBox="1"/>
          <p:nvPr/>
        </p:nvSpPr>
        <p:spPr>
          <a:xfrm>
            <a:off x="320040" y="868680"/>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離原點 ≈ 88.64 m；平均速率 ≈ 15.04 m/s</a:t>
            </a:r>
            <a:endParaRPr lang="zh-TW" sz="2400"/>
          </a:p>
        </p:txBody>
      </p:sp>
      <p:sp>
        <p:nvSpPr>
          <p:cNvPr id="12" name="T12"/>
          <p:cNvSpPr txBox="1"/>
          <p:nvPr/>
        </p:nvSpPr>
        <p:spPr>
          <a:xfrm>
            <a:off x="320040" y="1453896"/>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平均速率用路程，平均速度用位移</a:t>
            </a:r>
            <a:endParaRPr lang="zh-TW" sz="2400"/>
          </a:p>
        </p:txBody>
      </p:sp>
      <p:sp>
        <p:nvSpPr>
          <p:cNvPr id="13" name="T13"/>
          <p:cNvSpPr txBox="1"/>
          <p:nvPr/>
        </p:nvSpPr>
        <p:spPr>
          <a:xfrm>
            <a:off x="320040" y="1984248"/>
            <a:ext cx="8458200" cy="82296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註：課本 14.77 ≈ |r(6)| ÷ 6，既未扣除起點，也把直線距離當成路程。</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2-13　題目與思考重點</a:t>
            </a:r>
          </a:p>
        </p:txBody>
      </p:sp>
      <p:sp>
        <p:nvSpPr>
          <p:cNvPr id="11" name="T11"/>
          <p:cNvSpPr txBox="1"/>
          <p:nvPr/>
        </p:nvSpPr>
        <p:spPr>
          <a:xfrm>
            <a:off x="320040" y="868680"/>
            <a:ext cx="5394960" cy="2212848"/>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t = 0 在原點；t = 2 s 在 A(2, 1.6)；</a:t>
            </a:r>
            <a:endParaRPr lang="zh-TW" sz="2400"/>
          </a:p>
          <a:p>
            <a:pPr algn="l">
              <a:lnSpc>
                <a:spcPct val="100000"/>
              </a:lnSpc>
              <a:buNone/>
            </a:pPr>
            <a:r>
              <a:rPr lang="zh-TW" altLang="en-US" sz="2400" b="0" dirty="0">
                <a:solidFill>
                  <a:srgbClr val="2B3050"/>
                </a:solidFill>
                <a:latin typeface="Calibri"/>
                <a:ea typeface="微軟正黑體"/>
                <a:cs typeface="Calibri"/>
              </a:rPr>
              <a:t>t = 4 s 在 B(0, −2.4)（單位 m）。求：</a:t>
            </a:r>
            <a:endParaRPr lang="zh-TW" sz="2400"/>
          </a:p>
          <a:p>
            <a:pPr algn="l">
              <a:lnSpc>
                <a:spcPct val="100000"/>
              </a:lnSpc>
              <a:buNone/>
            </a:pPr>
            <a:r>
              <a:rPr lang="zh-TW" altLang="en-US" sz="2400" b="0" dirty="0">
                <a:solidFill>
                  <a:srgbClr val="2B3050"/>
                </a:solidFill>
                <a:latin typeface="Calibri"/>
                <a:ea typeface="微軟正黑體"/>
                <a:cs typeface="Calibri"/>
              </a:rPr>
              <a:t>(a) 位置 (b) 2→4 s 位移</a:t>
            </a:r>
            <a:endParaRPr lang="zh-TW" sz="2400"/>
          </a:p>
          <a:p>
            <a:pPr algn="l">
              <a:lnSpc>
                <a:spcPct val="100000"/>
              </a:lnSpc>
              <a:buNone/>
            </a:pPr>
            <a:r>
              <a:rPr lang="zh-TW" altLang="en-US" sz="2400" b="0" dirty="0">
                <a:solidFill>
                  <a:srgbClr val="2B3050"/>
                </a:solidFill>
                <a:latin typeface="Calibri"/>
                <a:ea typeface="微軟正黑體"/>
                <a:cs typeface="Calibri"/>
              </a:rPr>
              <a:t>(c) 2→4 s、(d) 0→4 s 平均速度</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2-5 直角座標</a:t>
            </a:r>
            <a:endParaRPr lang="zh-TW" sz="2400"/>
          </a:p>
        </p:txBody>
      </p:sp>
      <p:sp>
        <p:nvSpPr>
          <p:cNvPr id="13" name="T13"/>
          <p:cNvSpPr txBox="1"/>
          <p:nvPr/>
        </p:nvSpPr>
        <p:spPr>
          <a:xfrm>
            <a:off x="320040" y="3191256"/>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3703320" y="3191256"/>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3648456"/>
            <a:ext cx="52120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位置向量從原點畫起</a:t>
            </a:r>
            <a:endParaRPr lang="zh-TW" sz="2400"/>
          </a:p>
        </p:txBody>
      </p:sp>
      <p:sp>
        <p:nvSpPr>
          <p:cNvPr id="16" name="T16"/>
          <p:cNvSpPr txBox="1"/>
          <p:nvPr/>
        </p:nvSpPr>
        <p:spPr>
          <a:xfrm>
            <a:off x="502920" y="4087368"/>
            <a:ext cx="52120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位移 ＝ 末 − 初</a:t>
            </a:r>
            <a:endParaRPr lang="zh-TW" sz="2400"/>
          </a:p>
        </p:txBody>
      </p:sp>
      <p:sp>
        <p:nvSpPr>
          <p:cNvPr id="17" name="T17"/>
          <p:cNvSpPr txBox="1"/>
          <p:nvPr/>
        </p:nvSpPr>
        <p:spPr>
          <a:xfrm>
            <a:off x="502920" y="4526280"/>
            <a:ext cx="52120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平均速度 ＝ 位移 ÷ 時間</a:t>
            </a:r>
            <a:endParaRPr lang="zh-TW" sz="2400"/>
          </a:p>
        </p:txBody>
      </p:sp>
      <p:cxnSp>
        <p:nvCxnSpPr>
          <p:cNvPr id="18" name="L18"/>
          <p:cNvCxnSpPr/>
          <p:nvPr/>
        </p:nvCxnSpPr>
        <p:spPr>
          <a:xfrm>
            <a:off x="6217920" y="2606040"/>
            <a:ext cx="2468880" cy="0"/>
          </a:xfrm>
          <a:prstGeom prst="line">
            <a:avLst/>
          </a:prstGeom>
          <a:ln w="15875">
            <a:solidFill>
              <a:srgbClr val="2B3050"/>
            </a:solidFill>
            <a:tailEnd type="triangle" w="med" len="med"/>
          </a:ln>
        </p:spPr>
      </p:cxnSp>
      <p:cxnSp>
        <p:nvCxnSpPr>
          <p:cNvPr id="19" name="L19"/>
          <p:cNvCxnSpPr/>
          <p:nvPr/>
        </p:nvCxnSpPr>
        <p:spPr>
          <a:xfrm flipV="1">
            <a:off x="7040880" y="1417320"/>
            <a:ext cx="0" cy="2468880"/>
          </a:xfrm>
          <a:prstGeom prst="line">
            <a:avLst/>
          </a:prstGeom>
          <a:ln w="15875">
            <a:solidFill>
              <a:srgbClr val="2B3050"/>
            </a:solidFill>
            <a:tailEnd type="triangle" w="med" len="med"/>
          </a:ln>
        </p:spPr>
      </p:cxnSp>
      <p:sp>
        <p:nvSpPr>
          <p:cNvPr id="20" name="T20"/>
          <p:cNvSpPr txBox="1"/>
          <p:nvPr/>
        </p:nvSpPr>
        <p:spPr>
          <a:xfrm>
            <a:off x="6675120" y="2560320"/>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O</a:t>
            </a:r>
            <a:endParaRPr lang="zh-TW" sz="2400"/>
          </a:p>
        </p:txBody>
      </p:sp>
      <p:sp>
        <p:nvSpPr>
          <p:cNvPr id="21" name="T21"/>
          <p:cNvSpPr txBox="1"/>
          <p:nvPr/>
        </p:nvSpPr>
        <p:spPr>
          <a:xfrm>
            <a:off x="8229600" y="2624328"/>
            <a:ext cx="91440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 (m)</a:t>
            </a:r>
            <a:endParaRPr lang="zh-TW" sz="2400"/>
          </a:p>
        </p:txBody>
      </p:sp>
      <p:sp>
        <p:nvSpPr>
          <p:cNvPr id="22" name="S22"/>
          <p:cNvSpPr/>
          <p:nvPr/>
        </p:nvSpPr>
        <p:spPr>
          <a:xfrm>
            <a:off x="7891272" y="1810512"/>
            <a:ext cx="128016" cy="128016"/>
          </a:xfrm>
          <a:prstGeom prst="ellipse">
            <a:avLst/>
          </a:prstGeom>
          <a:solidFill>
            <a:srgbClr val="D6006F"/>
          </a:solidFill>
          <a:ln>
            <a:noFill/>
          </a:ln>
        </p:spPr>
        <p:txBody>
          <a:bodyPr/>
          <a:lstStyle/>
          <a:p>
            <a:endParaRPr lang="zh-TW" altLang="en-US"/>
          </a:p>
        </p:txBody>
      </p:sp>
      <p:sp>
        <p:nvSpPr>
          <p:cNvPr id="23" name="T23"/>
          <p:cNvSpPr txBox="1"/>
          <p:nvPr/>
        </p:nvSpPr>
        <p:spPr>
          <a:xfrm>
            <a:off x="8001000" y="1463040"/>
            <a:ext cx="14630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A(2, 1.6)</a:t>
            </a:r>
            <a:endParaRPr lang="zh-TW" sz="2400"/>
          </a:p>
        </p:txBody>
      </p:sp>
      <p:sp>
        <p:nvSpPr>
          <p:cNvPr id="24" name="S24"/>
          <p:cNvSpPr/>
          <p:nvPr/>
        </p:nvSpPr>
        <p:spPr>
          <a:xfrm>
            <a:off x="6976872" y="3639312"/>
            <a:ext cx="128016" cy="128016"/>
          </a:xfrm>
          <a:prstGeom prst="ellipse">
            <a:avLst/>
          </a:prstGeom>
          <a:solidFill>
            <a:srgbClr val="D6006F"/>
          </a:solidFill>
          <a:ln>
            <a:noFill/>
          </a:ln>
        </p:spPr>
        <p:txBody>
          <a:bodyPr/>
          <a:lstStyle/>
          <a:p>
            <a:endParaRPr lang="zh-TW" altLang="en-US"/>
          </a:p>
        </p:txBody>
      </p:sp>
      <p:sp>
        <p:nvSpPr>
          <p:cNvPr id="25" name="T25"/>
          <p:cNvSpPr txBox="1"/>
          <p:nvPr/>
        </p:nvSpPr>
        <p:spPr>
          <a:xfrm>
            <a:off x="7132320" y="3474720"/>
            <a:ext cx="155448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B(0, −2.4)</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2-13　解題重點</a:t>
            </a:r>
          </a:p>
        </p:txBody>
      </p:sp>
      <p:sp>
        <p:nvSpPr>
          <p:cNvPr id="11" name="S11"/>
          <p:cNvSpPr/>
          <p:nvPr/>
        </p:nvSpPr>
        <p:spPr>
          <a:xfrm>
            <a:off x="338328" y="93268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3268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r_A = 2i + 1.6j，r_B = −2.4j (m)</a:t>
            </a:r>
            <a:endParaRPr lang="zh-TW" sz="2400"/>
          </a:p>
        </p:txBody>
      </p:sp>
      <p:sp>
        <p:nvSpPr>
          <p:cNvPr id="14" name="S14"/>
          <p:cNvSpPr/>
          <p:nvPr/>
        </p:nvSpPr>
        <p:spPr>
          <a:xfrm>
            <a:off x="338328" y="142646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42646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362456"/>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Δr = r_B − r_A = −2i − 4j (m)，大小 ≈ 4.47 m</a:t>
            </a:r>
            <a:endParaRPr lang="zh-TW" sz="2400"/>
          </a:p>
        </p:txBody>
      </p:sp>
      <p:sp>
        <p:nvSpPr>
          <p:cNvPr id="17" name="S17"/>
          <p:cNvSpPr/>
          <p:nvPr/>
        </p:nvSpPr>
        <p:spPr>
          <a:xfrm>
            <a:off x="338328" y="1920240"/>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192024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1856232"/>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(c) v_av = (−2i − 4j)／2 = −i − 2j (m/s)</a:t>
            </a:r>
            <a:endParaRPr lang="zh-TW" sz="2400"/>
          </a:p>
        </p:txBody>
      </p:sp>
      <p:sp>
        <p:nvSpPr>
          <p:cNvPr id="20" name="S20"/>
          <p:cNvSpPr/>
          <p:nvPr/>
        </p:nvSpPr>
        <p:spPr>
          <a:xfrm>
            <a:off x="338328" y="2414016"/>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2414016"/>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2" name="T22"/>
          <p:cNvSpPr txBox="1"/>
          <p:nvPr/>
        </p:nvSpPr>
        <p:spPr>
          <a:xfrm>
            <a:off x="777240" y="2350008"/>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(d) v_av = (−2.4j − 0)／4 = −0.6j (m/s)</a:t>
            </a:r>
            <a:endParaRPr lang="zh-TW" sz="2400"/>
          </a:p>
        </p:txBody>
      </p:sp>
      <p:sp>
        <p:nvSpPr>
          <p:cNvPr id="23" name="T23"/>
          <p:cNvSpPr txBox="1"/>
          <p:nvPr/>
        </p:nvSpPr>
        <p:spPr>
          <a:xfrm>
            <a:off x="320040" y="2898648"/>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(b) −2i − 4j m　(c) −i − 2j m/s　(d) −0.6j m/s</a:t>
            </a:r>
            <a:endParaRPr lang="zh-TW" sz="2400"/>
          </a:p>
        </p:txBody>
      </p:sp>
      <p:sp>
        <p:nvSpPr>
          <p:cNvPr id="24" name="T24"/>
          <p:cNvSpPr txBox="1"/>
          <p:nvPr/>
        </p:nvSpPr>
        <p:spPr>
          <a:xfrm>
            <a:off x="320040" y="3483864"/>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平均只看頭尾，中間路線不管</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題目與思考重點</a:t>
            </a:r>
          </a:p>
        </p:txBody>
      </p:sp>
      <p:sp>
        <p:nvSpPr>
          <p:cNvPr id="11" name="T11"/>
          <p:cNvSpPr txBox="1"/>
          <p:nvPr/>
        </p:nvSpPr>
        <p:spPr>
          <a:xfrm>
            <a:off x="320040" y="868680"/>
            <a:ext cx="8458200" cy="1371600"/>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質點從 A 靜止出發，10 s 後到 B：100 m/s 向右；</a:t>
            </a:r>
            <a:endParaRPr lang="zh-TW" sz="2400"/>
          </a:p>
          <a:p>
            <a:pPr algn="l">
              <a:lnSpc>
                <a:spcPct val="100000"/>
              </a:lnSpc>
              <a:buNone/>
            </a:pPr>
            <a:r>
              <a:rPr lang="zh-TW" altLang="en-US" sz="2400" b="0" dirty="0">
                <a:solidFill>
                  <a:srgbClr val="2B3050"/>
                </a:solidFill>
                <a:latin typeface="Calibri"/>
                <a:ea typeface="微軟正黑體"/>
                <a:cs typeface="Calibri"/>
              </a:rPr>
              <a:t>再 16 s 到 C：240 m/s，向左上 30°。</a:t>
            </a:r>
            <a:endParaRPr lang="zh-TW" sz="2400"/>
          </a:p>
          <a:p>
            <a:pPr algn="l">
              <a:lnSpc>
                <a:spcPct val="100000"/>
              </a:lnSpc>
              <a:buNone/>
            </a:pPr>
            <a:r>
              <a:rPr lang="zh-TW" altLang="en-US" sz="2400" b="0" dirty="0">
                <a:solidFill>
                  <a:srgbClr val="2B3050"/>
                </a:solidFill>
                <a:latin typeface="Calibri"/>
                <a:ea typeface="微軟正黑體"/>
                <a:cs typeface="Calibri"/>
              </a:rPr>
              <a:t>求 A→B、B→C 的平均加速度。</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2-5 直角座標</a:t>
            </a:r>
            <a:endParaRPr lang="zh-TW" sz="2400"/>
          </a:p>
        </p:txBody>
      </p:sp>
      <p:sp>
        <p:nvSpPr>
          <p:cNvPr id="13" name="T13"/>
          <p:cNvSpPr txBox="1"/>
          <p:nvPr/>
        </p:nvSpPr>
        <p:spPr>
          <a:xfrm>
            <a:off x="320040" y="2350008"/>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6766560" y="2350008"/>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2807208"/>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平均加速度 ＝ 速度「向量」變化 ÷ 時間</a:t>
            </a:r>
            <a:endParaRPr lang="zh-TW" sz="2400"/>
          </a:p>
        </p:txBody>
      </p:sp>
      <p:sp>
        <p:nvSpPr>
          <p:cNvPr id="16" name="T16"/>
          <p:cNvSpPr txBox="1"/>
          <p:nvPr/>
        </p:nvSpPr>
        <p:spPr>
          <a:xfrm>
            <a:off x="502920" y="3246120"/>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不能用 (240 − 100) ÷ 16：方向不同</a:t>
            </a:r>
            <a:endParaRPr lang="zh-TW" sz="2400"/>
          </a:p>
        </p:txBody>
      </p:sp>
      <p:sp>
        <p:nvSpPr>
          <p:cNvPr id="17" name="T17"/>
          <p:cNvSpPr txBox="1"/>
          <p:nvPr/>
        </p:nvSpPr>
        <p:spPr>
          <a:xfrm>
            <a:off x="502920" y="3685032"/>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C 點速度先分解成 i、j 分量</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解題重點</a:t>
            </a:r>
          </a:p>
        </p:txBody>
      </p:sp>
      <p:sp>
        <p:nvSpPr>
          <p:cNvPr id="11" name="S11"/>
          <p:cNvSpPr/>
          <p:nvPr/>
        </p:nvSpPr>
        <p:spPr>
          <a:xfrm>
            <a:off x="338328" y="93268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3268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A→B：a_av = (100i − 0)／10 = 10i m/s²</a:t>
            </a:r>
            <a:endParaRPr lang="zh-TW" sz="2400"/>
          </a:p>
        </p:txBody>
      </p:sp>
      <p:sp>
        <p:nvSpPr>
          <p:cNvPr id="14" name="S14"/>
          <p:cNvSpPr/>
          <p:nvPr/>
        </p:nvSpPr>
        <p:spPr>
          <a:xfrm>
            <a:off x="338328" y="142646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42646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362456"/>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v_C = −240cos30° i + 240sin30° j，Δv = v_C − v_B</a:t>
            </a:r>
            <a:endParaRPr lang="zh-TW" sz="2400"/>
          </a:p>
        </p:txBody>
      </p:sp>
      <p:sp>
        <p:nvSpPr>
          <p:cNvPr id="17" name="S17"/>
          <p:cNvSpPr/>
          <p:nvPr/>
        </p:nvSpPr>
        <p:spPr>
          <a:xfrm>
            <a:off x="338328" y="2139696"/>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2139696"/>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1856232"/>
            <a:ext cx="8001000" cy="896112"/>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a_av = [(−240cos30° − 100)／16] i + (120／16) j ≈ −19.240i + 7.5j</a:t>
            </a:r>
            <a:endParaRPr lang="zh-TW" sz="2400"/>
          </a:p>
        </p:txBody>
      </p:sp>
      <p:sp>
        <p:nvSpPr>
          <p:cNvPr id="20" name="S20"/>
          <p:cNvSpPr/>
          <p:nvPr/>
        </p:nvSpPr>
        <p:spPr>
          <a:xfrm>
            <a:off x="338328" y="2898648"/>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289864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mc:AlternateContent xmlns:mc="http://schemas.openxmlformats.org/markup-compatibility/2006" xmlns:a14="http://schemas.microsoft.com/office/drawing/2010/main">
        <mc:Choice Requires="a14">
          <p:sp>
            <p:nvSpPr>
              <p:cNvPr id="22" name="T22"/>
              <p:cNvSpPr txBox="1"/>
              <p:nvPr/>
            </p:nvSpPr>
            <p:spPr>
              <a:xfrm>
                <a:off x="777240" y="2788920"/>
                <a:ext cx="8001000" cy="548640"/>
              </a:xfrm>
              <a:prstGeom prst="rect">
                <a:avLst/>
              </a:prstGeom>
              <a:noFill/>
              <a:ln>
                <a:noFill/>
              </a:ln>
            </p:spPr>
            <p:txBody>
              <a:bodyPr wrap="square" lIns="54864" tIns="27432" rIns="54864" bIns="27432" anchor="ctr">
                <a:noAutofit/>
              </a:bodyPr>
              <a:lstStyle/>
              <a:p>
                <a:pPr algn="l">
                  <a:lnSpc>
                    <a:spcPct val="100000"/>
                  </a:lnSpc>
                  <a:buNone/>
                </a:pPr>
                <a14:m>
                  <m:oMath xmlns:m="http://schemas.openxmlformats.org/officeDocument/2006/math">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𝑎</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19.240</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7.5</m:t>
                            </m:r>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 20.650 </m:t>
                    </m:r>
                    <m:r>
                      <a:rPr lang="en-US" altLang="zh-TW" sz="2400" b="0" i="1">
                        <a:solidFill>
                          <a:srgbClr val="2B3050"/>
                        </a:solidFill>
                        <a:latin typeface="Cambria Math" panose="02040503050406030204" pitchFamily="18" charset="0"/>
                        <a:ea typeface="Cambria Math"/>
                      </a:rPr>
                      <m:t>𝑚</m:t>
                    </m:r>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𝑠</m:t>
                    </m:r>
                    <m:r>
                      <a:rPr lang="en-US" altLang="zh-TW" sz="2400" b="0" i="0">
                        <a:solidFill>
                          <a:srgbClr val="2B3050"/>
                        </a:solidFill>
                        <a:latin typeface="Cambria Math" panose="02040503050406030204" pitchFamily="18" charset="0"/>
                        <a:ea typeface="Cambria Math"/>
                      </a:rPr>
                      <m:t>²</m:t>
                    </m:r>
                  </m:oMath>
                </a14:m>
                <a:r>
                  <a:rPr lang="zh-TW" altLang="en-US" sz="2400" b="0" dirty="0">
                    <a:solidFill>
                      <a:srgbClr val="2B3050"/>
                    </a:solidFill>
                    <a:latin typeface="Calibri"/>
                    <a:ea typeface="微軟正黑體"/>
                    <a:cs typeface="Calibri"/>
                  </a:rPr>
                  <a:t>；夾角 arctan(7.5／19.240) ≈ 21.30°</a:t>
                </a:r>
                <a:endParaRPr lang="zh-TW" sz="2400"/>
              </a:p>
            </p:txBody>
          </p:sp>
        </mc:Choice>
        <mc:Fallback xmlns="">
          <p:pic>
            <p:nvPicPr>
              <p:cNvPr id="22" name="F22"/>
              <p:cNvPicPr/>
              <p:nvPr/>
            </p:nvPicPr>
            <p:blipFill>
              <a:blip r:embed="rId2"/>
              <a:stretch>
                <a:fillRect/>
              </a:stretch>
            </p:blipFill>
            <p:spPr>
              <a:xfrm>
                <a:off x="777240" y="2788920"/>
                <a:ext cx="8001000" cy="548640"/>
              </a:xfrm>
              <a:prstGeom prst="rect">
                <a:avLst/>
              </a:prstGeom>
              <a:no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解題重點（續）</a:t>
            </a:r>
          </a:p>
        </p:txBody>
      </p:sp>
      <p:sp>
        <p:nvSpPr>
          <p:cNvPr id="11" name="T11"/>
          <p:cNvSpPr txBox="1"/>
          <p:nvPr/>
        </p:nvSpPr>
        <p:spPr>
          <a:xfrm>
            <a:off x="320040" y="868680"/>
            <a:ext cx="8458200" cy="1353312"/>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A→B：10 m/s² 向右</a:t>
            </a:r>
            <a:endParaRPr lang="zh-TW" sz="2400"/>
          </a:p>
          <a:p>
            <a:pPr algn="l">
              <a:lnSpc>
                <a:spcPct val="100000"/>
              </a:lnSpc>
              <a:buNone/>
            </a:pPr>
            <a:r>
              <a:rPr lang="zh-TW" altLang="en-US" sz="2400" b="0" dirty="0">
                <a:solidFill>
                  <a:srgbClr val="2B3050"/>
                </a:solidFill>
                <a:latin typeface="Calibri"/>
                <a:ea typeface="微軟正黑體"/>
                <a:cs typeface="Calibri"/>
              </a:rPr>
              <a:t>B→C：≈ 20.65 m/s²（三位有效 20.7），與 −x 軸夾 21.3°（向左上）</a:t>
            </a:r>
            <a:endParaRPr lang="zh-TW" sz="2400"/>
          </a:p>
        </p:txBody>
      </p:sp>
      <p:sp>
        <p:nvSpPr>
          <p:cNvPr id="12" name="T12"/>
          <p:cNvSpPr txBox="1"/>
          <p:nvPr/>
        </p:nvSpPr>
        <p:spPr>
          <a:xfrm>
            <a:off x="320040" y="2295144"/>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大小相減會騙人，向量相減才算數</a:t>
            </a:r>
            <a:endParaRPr lang="zh-TW" sz="2400"/>
          </a:p>
        </p:txBody>
      </p:sp>
      <p:sp>
        <p:nvSpPr>
          <p:cNvPr id="13" name="T13"/>
          <p:cNvSpPr txBox="1"/>
          <p:nvPr/>
        </p:nvSpPr>
        <p:spPr>
          <a:xfrm>
            <a:off x="320040" y="2825496"/>
            <a:ext cx="8458200" cy="82296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註：舊版先把分量捨入成 −207.8 才算出 20.6，屬提早取近似；用未捨入值得 20.65。</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2-15　題目與思考重點</a:t>
            </a:r>
          </a:p>
        </p:txBody>
      </p:sp>
      <p:sp>
        <p:nvSpPr>
          <p:cNvPr id="11" name="T11"/>
          <p:cNvSpPr txBox="1"/>
          <p:nvPr/>
        </p:nvSpPr>
        <p:spPr>
          <a:xfrm>
            <a:off x="320040" y="868680"/>
            <a:ext cx="5303520" cy="1371600"/>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特技車從 30° 斜面頂端飛出，</a:t>
            </a:r>
            <a:endParaRPr lang="zh-TW" sz="2400"/>
          </a:p>
          <a:p>
            <a:pPr algn="l">
              <a:lnSpc>
                <a:spcPct val="100000"/>
              </a:lnSpc>
              <a:buNone/>
            </a:pPr>
            <a:r>
              <a:rPr lang="zh-TW" altLang="en-US" sz="2400" b="0" dirty="0">
                <a:solidFill>
                  <a:srgbClr val="2B3050"/>
                </a:solidFill>
                <a:latin typeface="Calibri"/>
                <a:ea typeface="微軟正黑體"/>
                <a:cs typeface="Calibri"/>
              </a:rPr>
              <a:t>頂端離地 1 m，要越過 10 m</a:t>
            </a:r>
            <a:endParaRPr lang="zh-TW" sz="2400"/>
          </a:p>
          <a:p>
            <a:pPr algn="l">
              <a:lnSpc>
                <a:spcPct val="100000"/>
              </a:lnSpc>
              <a:buNone/>
            </a:pPr>
            <a:r>
              <a:rPr lang="zh-TW" altLang="en-US" sz="2400" b="0" dirty="0">
                <a:solidFill>
                  <a:srgbClr val="2B3050"/>
                </a:solidFill>
                <a:latin typeface="Calibri"/>
                <a:ea typeface="微軟正黑體"/>
                <a:cs typeface="Calibri"/>
              </a:rPr>
              <a:t>障礙落在 O 點。求最小 v₀ 與 t。</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2-6 拋射體</a:t>
            </a:r>
            <a:endParaRPr lang="zh-TW" sz="2400"/>
          </a:p>
        </p:txBody>
      </p:sp>
      <p:sp>
        <p:nvSpPr>
          <p:cNvPr id="13" name="T13"/>
          <p:cNvSpPr txBox="1"/>
          <p:nvPr/>
        </p:nvSpPr>
        <p:spPr>
          <a:xfrm>
            <a:off x="320040" y="2350008"/>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3611880" y="2350008"/>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2807208"/>
            <a:ext cx="512064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x 等速、y 等加速度（g = 9.8）</a:t>
            </a:r>
            <a:endParaRPr lang="zh-TW" sz="2400"/>
          </a:p>
        </p:txBody>
      </p:sp>
      <p:sp>
        <p:nvSpPr>
          <p:cNvPr id="16" name="T16"/>
          <p:cNvSpPr txBox="1"/>
          <p:nvPr/>
        </p:nvSpPr>
        <p:spPr>
          <a:xfrm>
            <a:off x="502920" y="3246120"/>
            <a:ext cx="512064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起點 (0, 1)、終點 (10, 0)</a:t>
            </a:r>
            <a:endParaRPr lang="zh-TW" sz="2400"/>
          </a:p>
        </p:txBody>
      </p:sp>
      <p:sp>
        <p:nvSpPr>
          <p:cNvPr id="17" name="T17"/>
          <p:cNvSpPr txBox="1"/>
          <p:nvPr/>
        </p:nvSpPr>
        <p:spPr>
          <a:xfrm>
            <a:off x="502920" y="3685032"/>
            <a:ext cx="512064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把 v₀t 當一個未知數</a:t>
            </a:r>
            <a:endParaRPr lang="zh-TW" sz="2400"/>
          </a:p>
        </p:txBody>
      </p:sp>
      <p:cxnSp>
        <p:nvCxnSpPr>
          <p:cNvPr id="18" name="L18"/>
          <p:cNvCxnSpPr/>
          <p:nvPr/>
        </p:nvCxnSpPr>
        <p:spPr>
          <a:xfrm>
            <a:off x="5760720" y="3246120"/>
            <a:ext cx="3017520" cy="0"/>
          </a:xfrm>
          <a:prstGeom prst="line">
            <a:avLst/>
          </a:prstGeom>
          <a:ln w="19050">
            <a:solidFill>
              <a:srgbClr val="2B3050"/>
            </a:solidFill>
          </a:ln>
        </p:spPr>
      </p:cxnSp>
      <p:sp>
        <p:nvSpPr>
          <p:cNvPr id="19" name="P19"/>
          <p:cNvSpPr/>
          <p:nvPr/>
        </p:nvSpPr>
        <p:spPr>
          <a:xfrm>
            <a:off x="5806440" y="2770632"/>
            <a:ext cx="822960" cy="475488"/>
          </a:xfrm>
          <a:custGeom>
            <a:avLst/>
            <a:gdLst/>
            <a:ahLst/>
            <a:cxnLst/>
            <a:rect l="0" t="0" r="r" b="b"/>
            <a:pathLst>
              <a:path w="822960" h="475488">
                <a:moveTo>
                  <a:pt x="0" y="475488"/>
                </a:moveTo>
                <a:lnTo>
                  <a:pt x="822960" y="475488"/>
                </a:lnTo>
                <a:lnTo>
                  <a:pt x="822960" y="0"/>
                </a:lnTo>
                <a:close/>
              </a:path>
            </a:pathLst>
          </a:custGeom>
          <a:solidFill>
            <a:srgbClr val="D9DCE3"/>
          </a:solidFill>
          <a:ln w="15875">
            <a:solidFill>
              <a:srgbClr val="2B3050"/>
            </a:solidFill>
          </a:ln>
        </p:spPr>
        <p:txBody>
          <a:bodyPr/>
          <a:lstStyle/>
          <a:p>
            <a:endParaRPr lang="zh-TW" altLang="en-US"/>
          </a:p>
        </p:txBody>
      </p:sp>
      <p:sp>
        <p:nvSpPr>
          <p:cNvPr id="20" name="T20"/>
          <p:cNvSpPr txBox="1"/>
          <p:nvPr/>
        </p:nvSpPr>
        <p:spPr>
          <a:xfrm>
            <a:off x="5532120" y="2971800"/>
            <a:ext cx="54864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30°</a:t>
            </a:r>
            <a:endParaRPr lang="zh-TW" sz="2400"/>
          </a:p>
        </p:txBody>
      </p:sp>
      <p:cxnSp>
        <p:nvCxnSpPr>
          <p:cNvPr id="21" name="L21"/>
          <p:cNvCxnSpPr/>
          <p:nvPr/>
        </p:nvCxnSpPr>
        <p:spPr>
          <a:xfrm flipV="1">
            <a:off x="6739128" y="2770632"/>
            <a:ext cx="0" cy="475488"/>
          </a:xfrm>
          <a:prstGeom prst="line">
            <a:avLst/>
          </a:prstGeom>
          <a:ln w="12700">
            <a:solidFill>
              <a:srgbClr val="8A8F9C"/>
            </a:solidFill>
            <a:headEnd type="triangle" w="med" len="med"/>
            <a:tailEnd type="triangle" w="med" len="med"/>
          </a:ln>
        </p:spPr>
      </p:cxnSp>
      <p:sp>
        <p:nvSpPr>
          <p:cNvPr id="22" name="T22"/>
          <p:cNvSpPr txBox="1"/>
          <p:nvPr/>
        </p:nvSpPr>
        <p:spPr>
          <a:xfrm>
            <a:off x="6766560" y="2788920"/>
            <a:ext cx="64008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 m</a:t>
            </a:r>
            <a:endParaRPr lang="zh-TW" sz="2400"/>
          </a:p>
        </p:txBody>
      </p:sp>
      <p:sp>
        <p:nvSpPr>
          <p:cNvPr id="23" name="P23"/>
          <p:cNvSpPr/>
          <p:nvPr/>
        </p:nvSpPr>
        <p:spPr>
          <a:xfrm>
            <a:off x="6629400" y="2631003"/>
            <a:ext cx="2011680" cy="615117"/>
          </a:xfrm>
          <a:custGeom>
            <a:avLst/>
            <a:gdLst/>
            <a:ahLst/>
            <a:cxnLst/>
            <a:rect l="0" t="0" r="r" b="b"/>
            <a:pathLst>
              <a:path w="2011680" h="615117">
                <a:moveTo>
                  <a:pt x="0" y="139629"/>
                </a:moveTo>
                <a:lnTo>
                  <a:pt x="100584" y="99555"/>
                </a:lnTo>
                <a:lnTo>
                  <a:pt x="201168" y="66203"/>
                </a:lnTo>
                <a:lnTo>
                  <a:pt x="301752" y="39571"/>
                </a:lnTo>
                <a:lnTo>
                  <a:pt x="402336" y="19660"/>
                </a:lnTo>
                <a:lnTo>
                  <a:pt x="502920" y="6469"/>
                </a:lnTo>
                <a:lnTo>
                  <a:pt x="603504" y="0"/>
                </a:lnTo>
                <a:lnTo>
                  <a:pt x="704088" y="251"/>
                </a:lnTo>
                <a:lnTo>
                  <a:pt x="804672" y="7224"/>
                </a:lnTo>
                <a:lnTo>
                  <a:pt x="905256" y="20917"/>
                </a:lnTo>
                <a:lnTo>
                  <a:pt x="1005840" y="41331"/>
                </a:lnTo>
                <a:lnTo>
                  <a:pt x="1106424" y="68466"/>
                </a:lnTo>
                <a:lnTo>
                  <a:pt x="1207008" y="102321"/>
                </a:lnTo>
                <a:lnTo>
                  <a:pt x="1307592" y="142898"/>
                </a:lnTo>
                <a:lnTo>
                  <a:pt x="1408176" y="190195"/>
                </a:lnTo>
                <a:lnTo>
                  <a:pt x="1508760" y="244213"/>
                </a:lnTo>
                <a:lnTo>
                  <a:pt x="1609344" y="304952"/>
                </a:lnTo>
                <a:lnTo>
                  <a:pt x="1709928" y="372412"/>
                </a:lnTo>
                <a:lnTo>
                  <a:pt x="1810512" y="446593"/>
                </a:lnTo>
                <a:lnTo>
                  <a:pt x="1911096" y="527495"/>
                </a:lnTo>
                <a:lnTo>
                  <a:pt x="2011680" y="615117"/>
                </a:lnTo>
              </a:path>
            </a:pathLst>
          </a:custGeom>
          <a:noFill/>
          <a:ln w="25400">
            <a:solidFill>
              <a:srgbClr val="D6006F"/>
            </a:solidFill>
            <a:prstDash val="dash"/>
          </a:ln>
        </p:spPr>
        <p:txBody>
          <a:bodyPr/>
          <a:lstStyle/>
          <a:p>
            <a:endParaRPr lang="zh-TW" altLang="en-US"/>
          </a:p>
        </p:txBody>
      </p:sp>
      <p:cxnSp>
        <p:nvCxnSpPr>
          <p:cNvPr id="24" name="L24"/>
          <p:cNvCxnSpPr/>
          <p:nvPr/>
        </p:nvCxnSpPr>
        <p:spPr>
          <a:xfrm>
            <a:off x="6629400" y="3520440"/>
            <a:ext cx="2011680" cy="0"/>
          </a:xfrm>
          <a:prstGeom prst="line">
            <a:avLst/>
          </a:prstGeom>
          <a:ln w="12700">
            <a:solidFill>
              <a:srgbClr val="8A8F9C"/>
            </a:solidFill>
            <a:headEnd type="triangle" w="med" len="med"/>
            <a:tailEnd type="triangle" w="med" len="med"/>
          </a:ln>
        </p:spPr>
      </p:cxnSp>
      <p:sp>
        <p:nvSpPr>
          <p:cNvPr id="25" name="T25"/>
          <p:cNvSpPr txBox="1"/>
          <p:nvPr/>
        </p:nvSpPr>
        <p:spPr>
          <a:xfrm>
            <a:off x="7269480" y="3502152"/>
            <a:ext cx="91440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10 m</a:t>
            </a:r>
            <a:endParaRPr lang="zh-TW" sz="2400"/>
          </a:p>
        </p:txBody>
      </p:sp>
      <p:sp>
        <p:nvSpPr>
          <p:cNvPr id="26" name="T26"/>
          <p:cNvSpPr txBox="1"/>
          <p:nvPr/>
        </p:nvSpPr>
        <p:spPr>
          <a:xfrm>
            <a:off x="8549640" y="2807208"/>
            <a:ext cx="365760" cy="411480"/>
          </a:xfrm>
          <a:prstGeom prst="rect">
            <a:avLst/>
          </a:prstGeom>
          <a:noFill/>
          <a:ln>
            <a:noFill/>
          </a:ln>
        </p:spPr>
        <p:txBody>
          <a:bodyPr wrap="non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O</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2-15　解題重點</a:t>
            </a:r>
          </a:p>
        </p:txBody>
      </p:sp>
      <p:sp>
        <p:nvSpPr>
          <p:cNvPr id="11" name="S11"/>
          <p:cNvSpPr/>
          <p:nvPr/>
        </p:nvSpPr>
        <p:spPr>
          <a:xfrm>
            <a:off x="338328" y="1152144"/>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115214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896112"/>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x：10 = v₀cos30° · t → v₀t = 10／cos30° = 20／√3（≈ 11.547）……①</a:t>
            </a:r>
            <a:endParaRPr lang="zh-TW" sz="2400"/>
          </a:p>
        </p:txBody>
      </p:sp>
      <p:sp>
        <p:nvSpPr>
          <p:cNvPr id="14" name="S14"/>
          <p:cNvSpPr/>
          <p:nvPr/>
        </p:nvSpPr>
        <p:spPr>
          <a:xfrm>
            <a:off x="338328" y="1865376"/>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865376"/>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801368"/>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y：0 = 1 + v₀sin30° · t − 4.9t² ……②</a:t>
            </a:r>
            <a:endParaRPr lang="zh-TW" sz="2400"/>
          </a:p>
        </p:txBody>
      </p:sp>
      <p:sp>
        <p:nvSpPr>
          <p:cNvPr id="17" name="S17"/>
          <p:cNvSpPr/>
          <p:nvPr/>
        </p:nvSpPr>
        <p:spPr>
          <a:xfrm>
            <a:off x="338328" y="2578608"/>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257860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2295144"/>
            <a:ext cx="8001000" cy="896112"/>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①代入②：4.9t² = 1 + 10／√3 → t = √[(1 + 10／√3)／4.9] ≈ 1.175733 s</a:t>
            </a:r>
            <a:endParaRPr lang="zh-TW" sz="2400"/>
          </a:p>
        </p:txBody>
      </p:sp>
      <p:sp>
        <p:nvSpPr>
          <p:cNvPr id="20" name="S20"/>
          <p:cNvSpPr/>
          <p:nvPr/>
        </p:nvSpPr>
        <p:spPr>
          <a:xfrm>
            <a:off x="338328" y="3291840"/>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329184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2" name="T22"/>
          <p:cNvSpPr txBox="1"/>
          <p:nvPr/>
        </p:nvSpPr>
        <p:spPr>
          <a:xfrm>
            <a:off x="777240" y="3227832"/>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v₀ = (20／√3)／t ≈ 9.821114 m/s（用未捨入的 t）</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2-15　解題重點（續）</a:t>
            </a:r>
          </a:p>
        </p:txBody>
      </p:sp>
      <p:sp>
        <p:nvSpPr>
          <p:cNvPr id="11" name="T11"/>
          <p:cNvSpPr txBox="1"/>
          <p:nvPr/>
        </p:nvSpPr>
        <p:spPr>
          <a:xfrm>
            <a:off x="320040" y="868680"/>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t ≈ 1.18 s，v₀ ≈ 9.82 m/s（g = 9.8）</a:t>
            </a:r>
            <a:endParaRPr lang="zh-TW" sz="2400"/>
          </a:p>
        </p:txBody>
      </p:sp>
      <p:sp>
        <p:nvSpPr>
          <p:cNvPr id="12" name="T12"/>
          <p:cNvSpPr txBox="1"/>
          <p:nvPr/>
        </p:nvSpPr>
        <p:spPr>
          <a:xfrm>
            <a:off x="320040" y="1453896"/>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時間是橋樑；用未捨入的 t 求 v₀</a:t>
            </a:r>
            <a:endParaRPr lang="zh-TW" sz="2400"/>
          </a:p>
        </p:txBody>
      </p:sp>
      <p:sp>
        <p:nvSpPr>
          <p:cNvPr id="13" name="T13"/>
          <p:cNvSpPr txBox="1"/>
          <p:nvPr/>
        </p:nvSpPr>
        <p:spPr>
          <a:xfrm>
            <a:off x="320040" y="1984248"/>
            <a:ext cx="8458200" cy="82296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註：若改用 g = 9.81，v₀ ≈ 9.83 m/s；課本 9.79 是 t 先取 1.18 再相除。</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2-16　題目與思考重點</a:t>
            </a:r>
          </a:p>
        </p:txBody>
      </p:sp>
      <p:sp>
        <p:nvSpPr>
          <p:cNvPr id="11" name="T11"/>
          <p:cNvSpPr txBox="1"/>
          <p:nvPr/>
        </p:nvSpPr>
        <p:spPr>
          <a:xfrm>
            <a:off x="320040" y="868680"/>
            <a:ext cx="8458200" cy="1371600"/>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飛機在離地 500 m 的 A 點，</a:t>
            </a:r>
            <a:endParaRPr lang="zh-TW" sz="2400"/>
          </a:p>
          <a:p>
            <a:pPr algn="l">
              <a:lnSpc>
                <a:spcPct val="100000"/>
              </a:lnSpc>
              <a:buNone/>
            </a:pPr>
            <a:r>
              <a:rPr lang="zh-TW" altLang="en-US" sz="2400" b="0" dirty="0">
                <a:solidFill>
                  <a:srgbClr val="2B3050"/>
                </a:solidFill>
                <a:latin typeface="Calibri"/>
                <a:ea typeface="微軟正黑體"/>
                <a:cs typeface="Calibri"/>
              </a:rPr>
              <a:t>以 80 m/s、仰角 45° 發射砲彈。</a:t>
            </a:r>
            <a:endParaRPr lang="zh-TW" sz="2400"/>
          </a:p>
          <a:p>
            <a:pPr algn="l">
              <a:lnSpc>
                <a:spcPct val="100000"/>
              </a:lnSpc>
              <a:buNone/>
            </a:pPr>
            <a:r>
              <a:rPr lang="zh-TW" altLang="en-US" sz="2400" b="0" dirty="0">
                <a:solidFill>
                  <a:srgbClr val="2B3050"/>
                </a:solidFill>
                <a:latin typeface="Calibri"/>
                <a:ea typeface="微軟正黑體"/>
                <a:cs typeface="Calibri"/>
              </a:rPr>
              <a:t>求 (a) 落地水平距離 (b) 最大高度。</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2-6 拋射體</a:t>
            </a:r>
            <a:endParaRPr lang="zh-TW" sz="2400"/>
          </a:p>
        </p:txBody>
      </p:sp>
      <p:sp>
        <p:nvSpPr>
          <p:cNvPr id="13" name="T13"/>
          <p:cNvSpPr txBox="1"/>
          <p:nvPr/>
        </p:nvSpPr>
        <p:spPr>
          <a:xfrm>
            <a:off x="320040" y="2350008"/>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6766560" y="2350008"/>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2807208"/>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原點放在 A，落地時 y = −500 m（g = 9.81）</a:t>
            </a:r>
            <a:endParaRPr lang="zh-TW" sz="2400"/>
          </a:p>
        </p:txBody>
      </p:sp>
      <p:sp>
        <p:nvSpPr>
          <p:cNvPr id="16" name="T16"/>
          <p:cNvSpPr txBox="1"/>
          <p:nvPr/>
        </p:nvSpPr>
        <p:spPr>
          <a:xfrm>
            <a:off x="502920" y="3246120"/>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求時間得一元二次 → 取正根</a:t>
            </a:r>
            <a:endParaRPr lang="zh-TW" sz="2400"/>
          </a:p>
        </p:txBody>
      </p:sp>
      <p:sp>
        <p:nvSpPr>
          <p:cNvPr id="17" name="T17"/>
          <p:cNvSpPr txBox="1"/>
          <p:nvPr/>
        </p:nvSpPr>
        <p:spPr>
          <a:xfrm>
            <a:off x="502920" y="3685032"/>
            <a:ext cx="8275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題目問「離地」→ 最後加回 500 m</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2-16　解題重點</a:t>
            </a:r>
          </a:p>
        </p:txBody>
      </p:sp>
      <p:sp>
        <p:nvSpPr>
          <p:cNvPr id="11" name="S11"/>
          <p:cNvSpPr/>
          <p:nvPr/>
        </p:nvSpPr>
        <p:spPr>
          <a:xfrm>
            <a:off x="338328" y="93268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3268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v₀ₓ = v₀y = 40√2 ≈ 56.5685 m/s</a:t>
            </a:r>
            <a:endParaRPr lang="zh-TW" sz="2400"/>
          </a:p>
        </p:txBody>
      </p:sp>
      <p:sp>
        <p:nvSpPr>
          <p:cNvPr id="14" name="S14"/>
          <p:cNvSpPr/>
          <p:nvPr/>
        </p:nvSpPr>
        <p:spPr>
          <a:xfrm>
            <a:off x="338328" y="1645920"/>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64592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6" name="T16"/>
          <p:cNvSpPr txBox="1"/>
          <p:nvPr/>
        </p:nvSpPr>
        <p:spPr>
          <a:xfrm>
            <a:off x="777240" y="1362456"/>
            <a:ext cx="8001000" cy="896112"/>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(a) −500 = 40√2 t − 4.905t² → t = (40√2 + √13010)／9.81 ≈ 17.3935 s</a:t>
            </a:r>
            <a:endParaRPr lang="zh-TW" sz="2400"/>
          </a:p>
        </p:txBody>
      </p:sp>
      <p:sp>
        <p:nvSpPr>
          <p:cNvPr id="17" name="S17"/>
          <p:cNvSpPr/>
          <p:nvPr/>
        </p:nvSpPr>
        <p:spPr>
          <a:xfrm>
            <a:off x="338328" y="2359152"/>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2359152"/>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2295144"/>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　　x = 40√2 · t ≈ 983.92 m（用未捨入的 t）</a:t>
            </a:r>
            <a:endParaRPr lang="zh-TW" sz="2400"/>
          </a:p>
        </p:txBody>
      </p:sp>
      <p:sp>
        <p:nvSpPr>
          <p:cNvPr id="20" name="S20"/>
          <p:cNvSpPr/>
          <p:nvPr/>
        </p:nvSpPr>
        <p:spPr>
          <a:xfrm>
            <a:off x="338328" y="3072384"/>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307238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2" name="T22"/>
          <p:cNvSpPr txBox="1"/>
          <p:nvPr/>
        </p:nvSpPr>
        <p:spPr>
          <a:xfrm>
            <a:off x="777240" y="2788920"/>
            <a:ext cx="8001000" cy="896112"/>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(b) y = (40√2)² ÷ 19.62 = 3200／19.62 ≈ 163.10 m → 離地 ≈ 663.10 m</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2-16　解題重點（續）</a:t>
            </a:r>
          </a:p>
        </p:txBody>
      </p:sp>
      <p:sp>
        <p:nvSpPr>
          <p:cNvPr id="11" name="T11"/>
          <p:cNvSpPr txBox="1"/>
          <p:nvPr/>
        </p:nvSpPr>
        <p:spPr>
          <a:xfrm>
            <a:off x="320040" y="868680"/>
            <a:ext cx="8458200" cy="512064"/>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(a) ≈ 984 m　(b) 離地最大高度 ≈ 663 m</a:t>
            </a:r>
            <a:endParaRPr lang="zh-TW" sz="2400"/>
          </a:p>
        </p:txBody>
      </p:sp>
      <p:sp>
        <p:nvSpPr>
          <p:cNvPr id="12" name="T12"/>
          <p:cNvSpPr txBox="1"/>
          <p:nvPr/>
        </p:nvSpPr>
        <p:spPr>
          <a:xfrm>
            <a:off x="320040" y="1453896"/>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最高點 vy = 0；落點在下方 y 給負號</a:t>
            </a:r>
            <a:endParaRPr lang="zh-TW" sz="2400"/>
          </a:p>
        </p:txBody>
      </p:sp>
      <p:sp>
        <p:nvSpPr>
          <p:cNvPr id="13" name="T13"/>
          <p:cNvSpPr txBox="1"/>
          <p:nvPr/>
        </p:nvSpPr>
        <p:spPr>
          <a:xfrm>
            <a:off x="320040" y="1984248"/>
            <a:ext cx="84582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註：依課本解答，80 m/s 視為砲彈相對地面的初速。</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第 2 章（三）極座標</a:t>
            </a:r>
          </a:p>
        </p:txBody>
      </p:sp>
      <p:sp>
        <p:nvSpPr>
          <p:cNvPr id="11" name="T11"/>
          <p:cNvSpPr txBox="1"/>
          <p:nvPr/>
        </p:nvSpPr>
        <p:spPr>
          <a:xfrm>
            <a:off x="320040" y="868680"/>
            <a:ext cx="84582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2-7 極座標（範圍至例題 2-17）</a:t>
            </a:r>
            <a:endParaRPr lang="zh-TW" sz="2400"/>
          </a:p>
        </p:txBody>
      </p:sp>
      <p:sp>
        <p:nvSpPr>
          <p:cNvPr id="12" name="T12"/>
          <p:cNvSpPr txBox="1"/>
          <p:nvPr/>
        </p:nvSpPr>
        <p:spPr>
          <a:xfrm>
            <a:off x="548640" y="1463040"/>
            <a:ext cx="310896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例題 2-17</a:t>
            </a:r>
            <a:endParaRPr lang="zh-TW" sz="2400"/>
          </a:p>
        </p:txBody>
      </p:sp>
      <p:sp>
        <p:nvSpPr>
          <p:cNvPr id="13" name="T13"/>
          <p:cNvSpPr txBox="1"/>
          <p:nvPr/>
        </p:nvSpPr>
        <p:spPr>
          <a:xfrm>
            <a:off x="3794760" y="1463040"/>
            <a:ext cx="498348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桿上滑塊：極座標速度、加速度</a:t>
            </a:r>
            <a:endParaRPr lang="zh-TW" sz="2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2-17　題目與思考重點</a:t>
            </a:r>
          </a:p>
        </p:txBody>
      </p:sp>
      <p:sp>
        <p:nvSpPr>
          <p:cNvPr id="11" name="T11"/>
          <p:cNvSpPr txBox="1"/>
          <p:nvPr/>
        </p:nvSpPr>
        <p:spPr>
          <a:xfrm>
            <a:off x="320040" y="868680"/>
            <a:ext cx="5303520" cy="1371600"/>
          </a:xfrm>
          <a:prstGeom prst="roundRect">
            <a:avLst/>
          </a:prstGeom>
          <a:solidFill>
            <a:srgbClr val="E8F4F6"/>
          </a:solidFill>
          <a:ln w="15875">
            <a:solidFill>
              <a:srgbClr val="1F8899"/>
            </a:solid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OA 桿：θ = 0.2t²（rad）；</a:t>
            </a:r>
            <a:endParaRPr lang="zh-TW" sz="2400"/>
          </a:p>
          <a:p>
            <a:pPr algn="l">
              <a:lnSpc>
                <a:spcPct val="100000"/>
              </a:lnSpc>
              <a:buNone/>
            </a:pPr>
            <a:r>
              <a:rPr lang="zh-TW" altLang="en-US" sz="2400" b="0" dirty="0">
                <a:solidFill>
                  <a:srgbClr val="2B3050"/>
                </a:solidFill>
                <a:latin typeface="Calibri"/>
                <a:ea typeface="微軟正黑體"/>
                <a:cs typeface="Calibri"/>
              </a:rPr>
              <a:t>滑塊 B：r = 0.1 + 0.04t²（m）。</a:t>
            </a:r>
            <a:endParaRPr lang="zh-TW" sz="2400"/>
          </a:p>
          <a:p>
            <a:pPr algn="l">
              <a:lnSpc>
                <a:spcPct val="100000"/>
              </a:lnSpc>
              <a:buNone/>
            </a:pPr>
            <a:r>
              <a:rPr lang="zh-TW" altLang="en-US" sz="2400" b="0" dirty="0">
                <a:solidFill>
                  <a:srgbClr val="2B3050"/>
                </a:solidFill>
                <a:latin typeface="Calibri"/>
                <a:ea typeface="微軟正黑體"/>
                <a:cs typeface="Calibri"/>
              </a:rPr>
              <a:t>求 t = 3 s 時 B 的速度與加速度。</a:t>
            </a:r>
            <a:endParaRPr lang="zh-TW" sz="2400"/>
          </a:p>
        </p:txBody>
      </p:sp>
      <p:sp>
        <p:nvSpPr>
          <p:cNvPr id="12" name="T12"/>
          <p:cNvSpPr txBox="1"/>
          <p:nvPr/>
        </p:nvSpPr>
        <p:spPr>
          <a:xfrm>
            <a:off x="6309360" y="347472"/>
            <a:ext cx="2468880" cy="384048"/>
          </a:xfrm>
          <a:prstGeom prst="rect">
            <a:avLst/>
          </a:prstGeom>
          <a:noFill/>
          <a:ln>
            <a:noFill/>
          </a:ln>
        </p:spPr>
        <p:txBody>
          <a:bodyPr wrap="square" lIns="54864" tIns="27432" rIns="54864" bIns="27432" anchor="t">
            <a:noAutofit/>
          </a:bodyPr>
          <a:lstStyle/>
          <a:p>
            <a:pPr algn="r">
              <a:lnSpc>
                <a:spcPct val="100000"/>
              </a:lnSpc>
              <a:buNone/>
            </a:pPr>
            <a:r>
              <a:rPr lang="zh-TW" altLang="en-US" sz="2400" b="0" dirty="0">
                <a:solidFill>
                  <a:srgbClr val="8A8F9C"/>
                </a:solidFill>
                <a:latin typeface="Calibri"/>
                <a:ea typeface="微軟正黑體"/>
                <a:cs typeface="Calibri"/>
              </a:rPr>
              <a:t>2-7 極座標</a:t>
            </a:r>
            <a:endParaRPr lang="zh-TW" sz="2400"/>
          </a:p>
        </p:txBody>
      </p:sp>
      <p:sp>
        <p:nvSpPr>
          <p:cNvPr id="13" name="T13"/>
          <p:cNvSpPr txBox="1"/>
          <p:nvPr/>
        </p:nvSpPr>
        <p:spPr>
          <a:xfrm>
            <a:off x="320040" y="2350008"/>
            <a:ext cx="18288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思考重點</a:t>
            </a:r>
            <a:endParaRPr lang="zh-TW" sz="2400"/>
          </a:p>
        </p:txBody>
      </p:sp>
      <p:sp>
        <p:nvSpPr>
          <p:cNvPr id="14" name="T14"/>
          <p:cNvSpPr txBox="1"/>
          <p:nvPr/>
        </p:nvSpPr>
        <p:spPr>
          <a:xfrm>
            <a:off x="3611880" y="2350008"/>
            <a:ext cx="2011680" cy="411480"/>
          </a:xfrm>
          <a:prstGeom prst="roundRect">
            <a:avLst/>
          </a:prstGeom>
          <a:solidFill>
            <a:srgbClr val="1F8899"/>
          </a:solidFill>
          <a:ln>
            <a:noFill/>
          </a:ln>
        </p:spPr>
        <p:txBody>
          <a:bodyPr wrap="square" lIns="36576" tIns="18288" rIns="36576" bIns="18288" anchor="ctr">
            <a:noAutofit/>
          </a:bodyPr>
          <a:lstStyle/>
          <a:p>
            <a:pPr algn="ctr">
              <a:lnSpc>
                <a:spcPct val="100000"/>
              </a:lnSpc>
              <a:buNone/>
            </a:pPr>
            <a:r>
              <a:rPr lang="zh-TW" altLang="en-US" sz="2400" b="1" dirty="0">
                <a:solidFill>
                  <a:srgbClr val="FFFFFF"/>
                </a:solidFill>
                <a:latin typeface="Calibri"/>
                <a:ea typeface="微軟正黑體"/>
                <a:cs typeface="Calibri"/>
              </a:rPr>
              <a:t>原課本例題</a:t>
            </a:r>
            <a:endParaRPr lang="zh-TW" sz="2400"/>
          </a:p>
        </p:txBody>
      </p:sp>
      <p:sp>
        <p:nvSpPr>
          <p:cNvPr id="15" name="T15"/>
          <p:cNvSpPr txBox="1"/>
          <p:nvPr/>
        </p:nvSpPr>
        <p:spPr>
          <a:xfrm>
            <a:off x="502920" y="2807208"/>
            <a:ext cx="512064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給 r(t)、θ(t) → 用極座標</a:t>
            </a:r>
            <a:endParaRPr lang="zh-TW" sz="2400"/>
          </a:p>
        </p:txBody>
      </p:sp>
      <p:sp>
        <p:nvSpPr>
          <p:cNvPr id="16" name="T16"/>
          <p:cNvSpPr txBox="1"/>
          <p:nvPr/>
        </p:nvSpPr>
        <p:spPr>
          <a:xfrm>
            <a:off x="502920" y="3246120"/>
            <a:ext cx="512064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r、θ 各微分兩次，再代 t = 3</a:t>
            </a:r>
            <a:endParaRPr lang="zh-TW" sz="2400"/>
          </a:p>
        </p:txBody>
      </p:sp>
      <mc:AlternateContent xmlns:mc="http://schemas.openxmlformats.org/markup-compatibility/2006" xmlns:a14="http://schemas.microsoft.com/office/drawing/2010/main">
        <mc:Choice Requires="a14">
          <p:sp>
            <p:nvSpPr>
              <p:cNvPr id="17" name="T17"/>
              <p:cNvSpPr txBox="1"/>
              <p:nvPr/>
            </p:nvSpPr>
            <p:spPr>
              <a:xfrm>
                <a:off x="502920" y="3685032"/>
                <a:ext cx="512064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aᵣ 不是 </a:t>
                </a:r>
                <a14:m>
                  <m:oMath xmlns:m="http://schemas.openxmlformats.org/officeDocument/2006/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r</m:t>
                        </m:r>
                      </m:e>
                    </m:acc>
                  </m:oMath>
                </a14:m>
                <a:r>
                  <a:rPr lang="zh-TW" altLang="en-US" sz="2400" b="0" dirty="0">
                    <a:solidFill>
                      <a:srgbClr val="2B3050"/>
                    </a:solidFill>
                    <a:latin typeface="Calibri"/>
                    <a:ea typeface="微軟正黑體"/>
                    <a:cs typeface="Calibri"/>
                  </a:rPr>
                  <a:t>，還要減 r</a:t>
                </a:r>
                <a14:m>
                  <m:oMath xmlns:m="http://schemas.openxmlformats.org/officeDocument/2006/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θ</m:t>
                        </m:r>
                      </m:e>
                    </m:acc>
                  </m:oMath>
                </a14:m>
                <a:r>
                  <a:rPr lang="zh-TW" altLang="en-US" sz="2400" b="0" dirty="0">
                    <a:solidFill>
                      <a:srgbClr val="2B3050"/>
                    </a:solidFill>
                    <a:latin typeface="Calibri"/>
                    <a:ea typeface="微軟正黑體"/>
                    <a:cs typeface="Calibri"/>
                  </a:rPr>
                  <a:t>²</a:t>
                </a:r>
                <a:endParaRPr lang="zh-TW" sz="2400"/>
              </a:p>
            </p:txBody>
          </p:sp>
        </mc:Choice>
        <mc:Fallback>
          <p:sp>
            <p:nvSpPr>
              <p:cNvPr id="17" name="T17"/>
              <p:cNvSpPr txBox="1"/>
              <p:nvPr/>
            </p:nvSpPr>
            <p:spPr>
              <a:xfrm>
                <a:off x="502920" y="3685032"/>
                <a:ext cx="512064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aᵣ 不是 r̈，還要減 rθ̇²</a:t>
                </a:r>
                <a:endParaRPr lang="zh-TW" sz="2400"/>
              </a:p>
            </p:txBody>
          </p:sp>
        </mc:Fallback>
      </mc:AlternateContent>
      <mc:AlternateContent xmlns:mc="http://schemas.openxmlformats.org/markup-compatibility/2006" xmlns:a14="http://schemas.microsoft.com/office/drawing/2010/main">
        <mc:Choice Requires="a14">
          <p:sp>
            <p:nvSpPr>
              <p:cNvPr id="18" name="T18"/>
              <p:cNvSpPr txBox="1"/>
              <p:nvPr/>
            </p:nvSpPr>
            <p:spPr>
              <a:xfrm>
                <a:off x="5760720" y="868680"/>
                <a:ext cx="3017520" cy="1371600"/>
              </a:xfrm>
              <a:prstGeom prst="roundRect">
                <a:avLst/>
              </a:prstGeom>
              <a:solidFill>
                <a:srgbClr val="E8F4F6"/>
              </a:solidFill>
              <a:ln>
                <a:noFill/>
              </a:ln>
            </p:spPr>
            <p:txBody>
              <a:bodyPr wrap="square" lIns="109728" tIns="54864" rIns="109728" bIns="54864"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oMath>
                  </m:oMathPara>
                </a14:m>
                <a:endParaRPr lang="zh-TW" sz="2400"/>
              </a:p>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8" name="F18"/>
              <p:cNvPicPr/>
              <p:nvPr/>
            </p:nvPicPr>
            <p:blipFill>
              <a:blip r:embed="rId2"/>
              <a:stretch>
                <a:fillRect/>
              </a:stretch>
            </p:blipFill>
            <p:spPr>
              <a:xfrm>
                <a:off x="5760720" y="868680"/>
                <a:ext cx="3017520" cy="1371600"/>
              </a:xfrm>
              <a:prstGeom prst="roundRect">
                <a:avLst/>
              </a:prstGeom>
              <a:solidFill>
                <a:srgbClr val="E8F4F6"/>
              </a:solid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2-17　解題重點</a:t>
            </a:r>
          </a:p>
        </p:txBody>
      </p:sp>
      <p:sp>
        <p:nvSpPr>
          <p:cNvPr id="11" name="S11"/>
          <p:cNvSpPr/>
          <p:nvPr/>
        </p:nvSpPr>
        <p:spPr>
          <a:xfrm>
            <a:off x="338328" y="932688"/>
            <a:ext cx="329184" cy="329184"/>
          </a:xfrm>
          <a:prstGeom prst="ellipse">
            <a:avLst/>
          </a:prstGeom>
          <a:solidFill>
            <a:srgbClr val="1F8899"/>
          </a:solidFill>
          <a:ln>
            <a:noFill/>
          </a:ln>
        </p:spPr>
        <p:txBody>
          <a:bodyPr/>
          <a:lstStyle/>
          <a:p>
            <a:endParaRPr lang="zh-TW" altLang="en-US"/>
          </a:p>
        </p:txBody>
      </p:sp>
      <p:sp>
        <p:nvSpPr>
          <p:cNvPr id="12" name="T12"/>
          <p:cNvSpPr txBox="1"/>
          <p:nvPr/>
        </p:nvSpPr>
        <p:spPr>
          <a:xfrm>
            <a:off x="338328" y="932688"/>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mc:AlternateContent xmlns:mc="http://schemas.openxmlformats.org/markup-compatibility/2006" xmlns:a14="http://schemas.microsoft.com/office/drawing/2010/main">
        <mc:Choice Requires="a14">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r = 0.46 m，ṙ = 0.24 m/s，</a:t>
                </a:r>
                <a14:m>
                  <m:oMath xmlns:m="http://schemas.openxmlformats.org/officeDocument/2006/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r</m:t>
                        </m:r>
                      </m:e>
                    </m:acc>
                  </m:oMath>
                </a14:m>
                <a:r>
                  <a:rPr lang="zh-TW" altLang="en-US" sz="2400" b="0" dirty="0">
                    <a:solidFill>
                      <a:srgbClr val="2B3050"/>
                    </a:solidFill>
                    <a:latin typeface="Calibri"/>
                    <a:ea typeface="微軟正黑體"/>
                    <a:cs typeface="Calibri"/>
                  </a:rPr>
                  <a:t> = 0.08 m/s²</a:t>
                </a:r>
                <a:endParaRPr lang="zh-TW" sz="2400"/>
              </a:p>
            </p:txBody>
          </p:sp>
        </mc:Choice>
        <mc:Fallback>
          <p:sp>
            <p:nvSpPr>
              <p:cNvPr id="13" name="T13"/>
              <p:cNvSpPr txBox="1"/>
              <p:nvPr/>
            </p:nvSpPr>
            <p:spPr>
              <a:xfrm>
                <a:off x="777240" y="868680"/>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r = 0.46 m，ṙ = 0.24 m/s，r̈ = 0.08 m/s²</a:t>
                </a:r>
                <a:endParaRPr lang="zh-TW" sz="2400"/>
              </a:p>
            </p:txBody>
          </p:sp>
        </mc:Fallback>
      </mc:AlternateContent>
      <p:sp>
        <p:nvSpPr>
          <p:cNvPr id="14" name="S14"/>
          <p:cNvSpPr/>
          <p:nvPr/>
        </p:nvSpPr>
        <p:spPr>
          <a:xfrm>
            <a:off x="338328" y="1426464"/>
            <a:ext cx="329184" cy="329184"/>
          </a:xfrm>
          <a:prstGeom prst="ellipse">
            <a:avLst/>
          </a:prstGeom>
          <a:solidFill>
            <a:srgbClr val="1F8899"/>
          </a:solidFill>
          <a:ln>
            <a:noFill/>
          </a:ln>
        </p:spPr>
        <p:txBody>
          <a:bodyPr/>
          <a:lstStyle/>
          <a:p>
            <a:endParaRPr lang="zh-TW" altLang="en-US"/>
          </a:p>
        </p:txBody>
      </p:sp>
      <p:sp>
        <p:nvSpPr>
          <p:cNvPr id="15" name="T15"/>
          <p:cNvSpPr txBox="1"/>
          <p:nvPr/>
        </p:nvSpPr>
        <p:spPr>
          <a:xfrm>
            <a:off x="338328" y="1426464"/>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777240" y="1362456"/>
                <a:ext cx="8001000" cy="457200"/>
              </a:xfrm>
              <a:prstGeom prst="rect">
                <a:avLst/>
              </a:prstGeom>
              <a:noFill/>
              <a:ln>
                <a:noFill/>
              </a:ln>
            </p:spPr>
            <p:txBody>
              <a:bodyPr wrap="square" lIns="54864" tIns="27432" rIns="54864" bIns="27432" anchor="ctr">
                <a:noAutofit/>
              </a:bodyPr>
              <a:lstStyle/>
              <a:p>
                <a:pPr algn="l">
                  <a:lnSpc>
                    <a:spcPct val="100000"/>
                  </a:lnSpc>
                  <a:buNone/>
                </a:pPr>
                <a14:m>
                  <m:oMath xmlns:m="http://schemas.openxmlformats.org/officeDocument/2006/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θ</m:t>
                        </m:r>
                      </m:e>
                    </m:acc>
                  </m:oMath>
                </a14:m>
                <a:r>
                  <a:rPr lang="zh-TW" altLang="en-US" sz="2400" b="0" dirty="0">
                    <a:solidFill>
                      <a:srgbClr val="2B3050"/>
                    </a:solidFill>
                    <a:latin typeface="Calibri"/>
                    <a:ea typeface="微軟正黑體"/>
                    <a:cs typeface="Calibri"/>
                  </a:rPr>
                  <a:t> = 1.2 rad/s，</a:t>
                </a:r>
                <a14:m>
                  <m:oMath xmlns:m="http://schemas.openxmlformats.org/officeDocument/2006/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θ</m:t>
                        </m:r>
                      </m:e>
                    </m:acc>
                  </m:oMath>
                </a14:m>
                <a:r>
                  <a:rPr lang="zh-TW" altLang="en-US" sz="2400" b="0" dirty="0">
                    <a:solidFill>
                      <a:srgbClr val="2B3050"/>
                    </a:solidFill>
                    <a:latin typeface="Calibri"/>
                    <a:ea typeface="微軟正黑體"/>
                    <a:cs typeface="Calibri"/>
                  </a:rPr>
                  <a:t> = 0.4 rad/s²</a:t>
                </a:r>
                <a:endParaRPr lang="zh-TW" sz="2400"/>
              </a:p>
            </p:txBody>
          </p:sp>
        </mc:Choice>
        <mc:Fallback>
          <p:sp>
            <p:nvSpPr>
              <p:cNvPr id="16" name="T16"/>
              <p:cNvSpPr txBox="1"/>
              <p:nvPr/>
            </p:nvSpPr>
            <p:spPr>
              <a:xfrm>
                <a:off x="777240" y="1362456"/>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θ̇ = 1.2 rad/s，θ̈ = 0.4 rad/s²</a:t>
                </a:r>
                <a:endParaRPr lang="zh-TW" sz="2400"/>
              </a:p>
            </p:txBody>
          </p:sp>
        </mc:Fallback>
      </mc:AlternateContent>
      <p:sp>
        <p:nvSpPr>
          <p:cNvPr id="17" name="S17"/>
          <p:cNvSpPr/>
          <p:nvPr/>
        </p:nvSpPr>
        <p:spPr>
          <a:xfrm>
            <a:off x="338328" y="1920240"/>
            <a:ext cx="329184" cy="329184"/>
          </a:xfrm>
          <a:prstGeom prst="ellipse">
            <a:avLst/>
          </a:prstGeom>
          <a:solidFill>
            <a:srgbClr val="1F8899"/>
          </a:solidFill>
          <a:ln>
            <a:noFill/>
          </a:ln>
        </p:spPr>
        <p:txBody>
          <a:bodyPr/>
          <a:lstStyle/>
          <a:p>
            <a:endParaRPr lang="zh-TW" altLang="en-US"/>
          </a:p>
        </p:txBody>
      </p:sp>
      <p:sp>
        <p:nvSpPr>
          <p:cNvPr id="18" name="T18"/>
          <p:cNvSpPr txBox="1"/>
          <p:nvPr/>
        </p:nvSpPr>
        <p:spPr>
          <a:xfrm>
            <a:off x="338328" y="1920240"/>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19" name="T19"/>
          <p:cNvSpPr txBox="1"/>
          <p:nvPr/>
        </p:nvSpPr>
        <p:spPr>
          <a:xfrm>
            <a:off x="777240" y="1856232"/>
            <a:ext cx="8001000" cy="457200"/>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vᵣ = 0.24，vθ = 0.46(1.2) = 0.552 (m/s)</a:t>
            </a:r>
            <a:endParaRPr lang="zh-TW" sz="2400"/>
          </a:p>
        </p:txBody>
      </p:sp>
      <p:sp>
        <p:nvSpPr>
          <p:cNvPr id="20" name="S20"/>
          <p:cNvSpPr/>
          <p:nvPr/>
        </p:nvSpPr>
        <p:spPr>
          <a:xfrm>
            <a:off x="338328" y="2633472"/>
            <a:ext cx="329184" cy="329184"/>
          </a:xfrm>
          <a:prstGeom prst="ellipse">
            <a:avLst/>
          </a:prstGeom>
          <a:solidFill>
            <a:srgbClr val="1F8899"/>
          </a:solidFill>
          <a:ln>
            <a:noFill/>
          </a:ln>
        </p:spPr>
        <p:txBody>
          <a:bodyPr/>
          <a:lstStyle/>
          <a:p>
            <a:endParaRPr lang="zh-TW" altLang="en-US"/>
          </a:p>
        </p:txBody>
      </p:sp>
      <p:sp>
        <p:nvSpPr>
          <p:cNvPr id="21" name="T21"/>
          <p:cNvSpPr txBox="1"/>
          <p:nvPr/>
        </p:nvSpPr>
        <p:spPr>
          <a:xfrm>
            <a:off x="338328" y="2633472"/>
            <a:ext cx="329184" cy="329184"/>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2" name="T22"/>
          <p:cNvSpPr txBox="1"/>
          <p:nvPr/>
        </p:nvSpPr>
        <p:spPr>
          <a:xfrm>
            <a:off x="777240" y="2350008"/>
            <a:ext cx="8001000" cy="896112"/>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aᵣ = 0.08 − 0.6624 = −0.5824，aθ = 0.184 + 0.576 = 0.7600 (m/s²)</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2-17　解題重點（續）</a:t>
            </a:r>
          </a:p>
        </p:txBody>
      </p:sp>
      <p:sp>
        <p:nvSpPr>
          <p:cNvPr id="11" name="T11"/>
          <p:cNvSpPr txBox="1"/>
          <p:nvPr/>
        </p:nvSpPr>
        <p:spPr>
          <a:xfrm>
            <a:off x="320040" y="868680"/>
            <a:ext cx="8458200" cy="932688"/>
          </a:xfrm>
          <a:prstGeom prst="roundRect">
            <a:avLst/>
          </a:prstGeom>
          <a:solidFill>
            <a:srgbClr val="FDECF4"/>
          </a:solidFill>
          <a:ln w="15875">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答：</a:t>
            </a:r>
            <a:r>
              <a:rPr lang="zh-TW" altLang="en-US" sz="2400" b="0" dirty="0">
                <a:solidFill>
                  <a:srgbClr val="2B3050"/>
                </a:solidFill>
                <a:latin typeface="Calibri"/>
                <a:ea typeface="微軟正黑體"/>
                <a:cs typeface="Calibri"/>
              </a:rPr>
              <a:t>v = 0.24 eᵣ + 0.552 eθ m/s，|v| ≈ 0.602 m/s</a:t>
            </a:r>
            <a:endParaRPr lang="zh-TW" sz="2400"/>
          </a:p>
          <a:p>
            <a:pPr algn="l">
              <a:lnSpc>
                <a:spcPct val="100000"/>
              </a:lnSpc>
              <a:buNone/>
            </a:pPr>
            <a:r>
              <a:rPr lang="zh-TW" altLang="en-US" sz="2400" b="0" dirty="0">
                <a:solidFill>
                  <a:srgbClr val="2B3050"/>
                </a:solidFill>
                <a:latin typeface="Calibri"/>
                <a:ea typeface="微軟正黑體"/>
                <a:cs typeface="Calibri"/>
              </a:rPr>
              <a:t>　　a = −0.5824 eᵣ + 0.7600 eθ m/s²，|a| ≈ 0.957 m/s²</a:t>
            </a:r>
            <a:endParaRPr lang="zh-TW" sz="2400"/>
          </a:p>
        </p:txBody>
      </p:sp>
      <p:sp>
        <p:nvSpPr>
          <p:cNvPr id="12" name="T12"/>
          <p:cNvSpPr txBox="1"/>
          <p:nvPr/>
        </p:nvSpPr>
        <p:spPr>
          <a:xfrm>
            <a:off x="320040" y="1874520"/>
            <a:ext cx="8458200" cy="475488"/>
          </a:xfrm>
          <a:prstGeom prst="roundRect">
            <a:avLst/>
          </a:prstGeom>
          <a:solidFill>
            <a:srgbClr val="FFF6E0"/>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技巧：</a:t>
            </a:r>
            <a:r>
              <a:rPr lang="zh-TW" altLang="en-US" sz="2400" b="0" dirty="0">
                <a:solidFill>
                  <a:srgbClr val="2B3050"/>
                </a:solidFill>
                <a:latin typeface="Calibri"/>
                <a:ea typeface="微軟正黑體"/>
                <a:cs typeface="Calibri"/>
              </a:rPr>
              <a:t>先微分，再代值</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例題總整理：解題第一步</a:t>
            </a:r>
          </a:p>
        </p:txBody>
      </p:sp>
      <p:sp>
        <p:nvSpPr>
          <p:cNvPr id="11" name="T11"/>
          <p:cNvSpPr txBox="1"/>
          <p:nvPr/>
        </p:nvSpPr>
        <p:spPr>
          <a:xfrm>
            <a:off x="320040" y="868680"/>
            <a:ext cx="2194560" cy="5669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給 s(t)</a:t>
            </a:r>
            <a:endParaRPr lang="zh-TW" sz="2400"/>
          </a:p>
        </p:txBody>
      </p:sp>
      <p:sp>
        <p:nvSpPr>
          <p:cNvPr id="12" name="T12"/>
          <p:cNvSpPr txBox="1"/>
          <p:nvPr/>
        </p:nvSpPr>
        <p:spPr>
          <a:xfrm>
            <a:off x="2606040" y="868680"/>
            <a:ext cx="3566160" cy="5669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往下微分</a:t>
            </a:r>
            <a:endParaRPr lang="zh-TW" sz="2400"/>
          </a:p>
        </p:txBody>
      </p:sp>
      <p:sp>
        <p:nvSpPr>
          <p:cNvPr id="13" name="T13"/>
          <p:cNvSpPr txBox="1"/>
          <p:nvPr/>
        </p:nvSpPr>
        <p:spPr>
          <a:xfrm>
            <a:off x="6263640" y="868680"/>
            <a:ext cx="2651760" cy="566928"/>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8A8F9C"/>
                </a:solidFill>
                <a:latin typeface="Calibri"/>
                <a:ea typeface="微軟正黑體"/>
                <a:cs typeface="Calibri"/>
              </a:rPr>
              <a:t>2-1、2-11</a:t>
            </a:r>
            <a:endParaRPr lang="zh-TW" sz="2400"/>
          </a:p>
        </p:txBody>
      </p:sp>
      <p:sp>
        <p:nvSpPr>
          <p:cNvPr id="14" name="T14"/>
          <p:cNvSpPr txBox="1"/>
          <p:nvPr/>
        </p:nvSpPr>
        <p:spPr>
          <a:xfrm>
            <a:off x="320040" y="1508760"/>
            <a:ext cx="2194560" cy="566928"/>
          </a:xfrm>
          <a:prstGeom prst="roundRect">
            <a:avLst/>
          </a:prstGeom>
          <a:solidFill>
            <a:srgbClr val="2E86AB"/>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給 a 為定值</a:t>
            </a:r>
            <a:endParaRPr lang="zh-TW" sz="2400"/>
          </a:p>
        </p:txBody>
      </p:sp>
      <p:sp>
        <p:nvSpPr>
          <p:cNvPr id="15" name="T15"/>
          <p:cNvSpPr txBox="1"/>
          <p:nvPr/>
        </p:nvSpPr>
        <p:spPr>
          <a:xfrm>
            <a:off x="2606040" y="1508760"/>
            <a:ext cx="3566160" cy="5669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等加速度三公式</a:t>
            </a:r>
            <a:endParaRPr lang="zh-TW" sz="2400"/>
          </a:p>
        </p:txBody>
      </p:sp>
      <p:sp>
        <p:nvSpPr>
          <p:cNvPr id="16" name="T16"/>
          <p:cNvSpPr txBox="1"/>
          <p:nvPr/>
        </p:nvSpPr>
        <p:spPr>
          <a:xfrm>
            <a:off x="6263640" y="1508760"/>
            <a:ext cx="2651760" cy="566928"/>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8A8F9C"/>
                </a:solidFill>
                <a:latin typeface="Calibri"/>
                <a:ea typeface="微軟正黑體"/>
                <a:cs typeface="Calibri"/>
              </a:rPr>
              <a:t>2-2、2-15、2-16</a:t>
            </a:r>
            <a:endParaRPr lang="zh-TW" sz="2400"/>
          </a:p>
        </p:txBody>
      </p:sp>
      <p:sp>
        <p:nvSpPr>
          <p:cNvPr id="17" name="T17"/>
          <p:cNvSpPr txBox="1"/>
          <p:nvPr/>
        </p:nvSpPr>
        <p:spPr>
          <a:xfrm>
            <a:off x="320040" y="2148840"/>
            <a:ext cx="2194560" cy="566928"/>
          </a:xfrm>
          <a:prstGeom prst="roundRect">
            <a:avLst/>
          </a:prstGeom>
          <a:solidFill>
            <a:srgbClr val="E8871E"/>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給圖形</a:t>
            </a:r>
            <a:endParaRPr lang="zh-TW" sz="2400"/>
          </a:p>
        </p:txBody>
      </p:sp>
      <p:sp>
        <p:nvSpPr>
          <p:cNvPr id="18" name="T18"/>
          <p:cNvSpPr txBox="1"/>
          <p:nvPr/>
        </p:nvSpPr>
        <p:spPr>
          <a:xfrm>
            <a:off x="2606040" y="2148840"/>
            <a:ext cx="3566160" cy="5669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面積、斜率</a:t>
            </a:r>
            <a:endParaRPr lang="zh-TW" sz="2400"/>
          </a:p>
        </p:txBody>
      </p:sp>
      <p:sp>
        <p:nvSpPr>
          <p:cNvPr id="19" name="T19"/>
          <p:cNvSpPr txBox="1"/>
          <p:nvPr/>
        </p:nvSpPr>
        <p:spPr>
          <a:xfrm>
            <a:off x="6263640" y="2148840"/>
            <a:ext cx="2651760" cy="566928"/>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8A8F9C"/>
                </a:solidFill>
                <a:latin typeface="Calibri"/>
                <a:ea typeface="微軟正黑體"/>
                <a:cs typeface="Calibri"/>
              </a:rPr>
              <a:t>2-3～2-6</a:t>
            </a:r>
            <a:endParaRPr lang="zh-TW" sz="2400"/>
          </a:p>
        </p:txBody>
      </p:sp>
      <p:sp>
        <p:nvSpPr>
          <p:cNvPr id="20" name="T20"/>
          <p:cNvSpPr txBox="1"/>
          <p:nvPr/>
        </p:nvSpPr>
        <p:spPr>
          <a:xfrm>
            <a:off x="320040" y="2788920"/>
            <a:ext cx="2194560" cy="566928"/>
          </a:xfrm>
          <a:prstGeom prst="roundRect">
            <a:avLst/>
          </a:prstGeom>
          <a:solidFill>
            <a:srgbClr val="D6006F"/>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給 r、θ</a:t>
            </a:r>
            <a:endParaRPr lang="zh-TW" sz="2400"/>
          </a:p>
        </p:txBody>
      </p:sp>
      <p:sp>
        <p:nvSpPr>
          <p:cNvPr id="21" name="T21"/>
          <p:cNvSpPr txBox="1"/>
          <p:nvPr/>
        </p:nvSpPr>
        <p:spPr>
          <a:xfrm>
            <a:off x="2606040" y="2788920"/>
            <a:ext cx="3566160" cy="5669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極座標公式</a:t>
            </a:r>
            <a:endParaRPr lang="zh-TW" sz="2400"/>
          </a:p>
        </p:txBody>
      </p:sp>
      <p:sp>
        <p:nvSpPr>
          <p:cNvPr id="22" name="T22"/>
          <p:cNvSpPr txBox="1"/>
          <p:nvPr/>
        </p:nvSpPr>
        <p:spPr>
          <a:xfrm>
            <a:off x="6263640" y="2788920"/>
            <a:ext cx="2651760" cy="566928"/>
          </a:xfrm>
          <a:prstGeom prst="rect">
            <a:avLst/>
          </a:prstGeom>
          <a:noFill/>
          <a:ln>
            <a:noFill/>
          </a:ln>
        </p:spPr>
        <p:txBody>
          <a:bodyPr wrap="square" lIns="54864" tIns="27432" rIns="54864" bIns="27432" anchor="ctr">
            <a:noAutofit/>
          </a:bodyPr>
          <a:lstStyle/>
          <a:p>
            <a:pPr algn="l">
              <a:lnSpc>
                <a:spcPct val="100000"/>
              </a:lnSpc>
              <a:buNone/>
            </a:pPr>
            <a:r>
              <a:rPr lang="zh-TW" altLang="en-US" sz="2400" b="0" dirty="0">
                <a:solidFill>
                  <a:srgbClr val="8A8F9C"/>
                </a:solidFill>
                <a:latin typeface="Calibri"/>
                <a:ea typeface="微軟正黑體"/>
                <a:cs typeface="Calibri"/>
              </a:rPr>
              <a:t>2-17</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PA" val="v5.2.11"/>
</p:tagLst>
</file>

<file path=ppt/tags/tag2.xml><?xml version="1.0" encoding="utf-8"?>
<p:tagLst xmlns:a="http://schemas.openxmlformats.org/drawingml/2006/main" xmlns:r="http://schemas.openxmlformats.org/officeDocument/2006/relationships" xmlns:p="http://schemas.openxmlformats.org/presentationml/2006/main">
  <p:tag name="PA" val="v5.2.11"/>
</p:tagLst>
</file>

<file path=ppt/tags/tag3.xml><?xml version="1.0" encoding="utf-8"?>
<p:tagLst xmlns:a="http://schemas.openxmlformats.org/drawingml/2006/main" xmlns:r="http://schemas.openxmlformats.org/officeDocument/2006/relationships" xmlns:p="http://schemas.openxmlformats.org/presentationml/2006/main">
  <p:tag name="PA" val="v5.2.11"/>
</p:tagLst>
</file>

<file path=ppt/tags/tag4.xml><?xml version="1.0" encoding="utf-8"?>
<p:tagLst xmlns:a="http://schemas.openxmlformats.org/drawingml/2006/main" xmlns:r="http://schemas.openxmlformats.org/officeDocument/2006/relationships" xmlns:p="http://schemas.openxmlformats.org/presentationml/2006/main">
  <p:tag name="PA" val="v5.2.11"/>
</p:tagLst>
</file>

<file path=ppt/tags/tag5.xml><?xml version="1.0" encoding="utf-8"?>
<p:tagLst xmlns:a="http://schemas.openxmlformats.org/drawingml/2006/main" xmlns:r="http://schemas.openxmlformats.org/officeDocument/2006/relationships" xmlns:p="http://schemas.openxmlformats.org/presentationml/2006/main">
  <p:tag name="PA" val="v5.2.11"/>
</p:tagLst>
</file>

<file path=ppt/tags/tag6.xml><?xml version="1.0" encoding="utf-8"?>
<p:tagLst xmlns:a="http://schemas.openxmlformats.org/drawingml/2006/main" xmlns:r="http://schemas.openxmlformats.org/officeDocument/2006/relationships" xmlns:p="http://schemas.openxmlformats.org/presentationml/2006/main">
  <p:tag name="PA" val="v5.2.11"/>
</p:tagLst>
</file>

<file path=ppt/tags/tag7.xml><?xml version="1.0" encoding="utf-8"?>
<p:tagLst xmlns:a="http://schemas.openxmlformats.org/drawingml/2006/main" xmlns:r="http://schemas.openxmlformats.org/officeDocument/2006/relationships" xmlns:p="http://schemas.openxmlformats.org/presentationml/2006/main">
  <p:tag name="PA" val="v5.2.11"/>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PA" val="v5.2.11"/>
</p:tagLst>
</file>

<file path=ppt/tags/tag10.xml><?xml version="1.0" encoding="utf-8"?>
<p:tagLst xmlns:a="http://schemas.openxmlformats.org/drawingml/2006/main" xmlns:r="http://schemas.openxmlformats.org/officeDocument/2006/relationships" xmlns:p="http://schemas.openxmlformats.org/presentationml/2006/main">
  <p:tag name="PA" val="v5.2.11"/>
</p:tagLst>
</file>

<file path=ppt/tags/tag11.xml><?xml version="1.0" encoding="utf-8"?>
<p:tagLst xmlns:a="http://schemas.openxmlformats.org/drawingml/2006/main" xmlns:r="http://schemas.openxmlformats.org/officeDocument/2006/relationships" xmlns:p="http://schemas.openxmlformats.org/presentationml/2006/main">
  <p:tag name="PA" val="v5.2.11"/>
</p:tagLst>
</file>

<file path=ppt/tags/tag12.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11111111111">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444444444">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888888888888888888888">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CH02</Template>
  <TotalTime>1711</TotalTime>
  <Words>6902</Words>
  <Application>Microsoft Office PowerPoint</Application>
  <PresentationFormat>如螢幕大小 (16:9)</PresentationFormat>
  <Paragraphs>674</Paragraphs>
  <Slides>64</Slides>
  <Notes>0</Notes>
  <HiddenSlides>0</HiddenSlides>
  <MMClips>0</MMClips>
  <ScaleCrop>false</ScaleCrop>
  <HeadingPairs>
    <vt:vector size="6" baseType="variant">
      <vt:variant>
        <vt:lpstr>使用字型</vt:lpstr>
      </vt:variant>
      <vt:variant>
        <vt:i4>6</vt:i4>
      </vt:variant>
      <vt:variant>
        <vt:lpstr>佈景主題</vt:lpstr>
      </vt:variant>
      <vt:variant>
        <vt:i4>3</vt:i4>
      </vt:variant>
      <vt:variant>
        <vt:lpstr>投影片標題</vt:lpstr>
      </vt:variant>
      <vt:variant>
        <vt:i4>64</vt:i4>
      </vt:variant>
    </vt:vector>
  </HeadingPairs>
  <TitlesOfParts>
    <vt:vector size="73" baseType="lpstr">
      <vt:lpstr>微軟正黑體</vt:lpstr>
      <vt:lpstr>Arial</vt:lpstr>
      <vt:lpstr>Calibri</vt:lpstr>
      <vt:lpstr>Cambria Math</vt:lpstr>
      <vt:lpstr>Times New Roman</vt:lpstr>
      <vt:lpstr>Wingdings</vt:lpstr>
      <vt:lpstr>11111111111</vt:lpstr>
      <vt:lpstr>444444444</vt:lpstr>
      <vt:lpstr>888888888888888888888</vt:lpstr>
      <vt:lpstr>第 1、2 章　例題總複習（三輪複核定稿・不含動滑輪）</vt:lpstr>
      <vt:lpstr>標籤說明與共同約定</vt:lpstr>
      <vt:lpstr>第 1 章　向量（選錄）</vt:lpstr>
      <vt:lpstr>例題 1-4　題目與思考重點</vt:lpstr>
      <vt:lpstr>例題 1-4　解題重點</vt:lpstr>
      <vt:lpstr>例題 1-4　解題重點（續）</vt:lpstr>
      <vt:lpstr>例題 1-7　題目與思考重點</vt:lpstr>
      <vt:lpstr>例題 1-7　解題重點</vt:lpstr>
      <vt:lpstr>例題 1-8　題目與思考重點</vt:lpstr>
      <vt:lpstr>例題 1-8　解題重點</vt:lpstr>
      <vt:lpstr>例題 1-8　解題重點（續）</vt:lpstr>
      <vt:lpstr>例題 1-9　題目與思考重點</vt:lpstr>
      <vt:lpstr>例題 1-9　解題重點</vt:lpstr>
      <vt:lpstr>例題 1-10　題目與思考重點</vt:lpstr>
      <vt:lpstr>例題 1-10　解題重點</vt:lpstr>
      <vt:lpstr>第 2 章（一）直線運動</vt:lpstr>
      <vt:lpstr>例題 2-1　題目與思考重點</vt:lpstr>
      <vt:lpstr>例題 2-1　解題重點</vt:lpstr>
      <vt:lpstr>例題 2-2　題目與思考重點</vt:lpstr>
      <vt:lpstr>例題 2-2　解題重點</vt:lpstr>
      <vt:lpstr>例題 2-2　解題重點（續）</vt:lpstr>
      <vt:lpstr>例題 2-3　題目與思考重點</vt:lpstr>
      <vt:lpstr>例題 2-3　解題重點</vt:lpstr>
      <vt:lpstr>例題 2-3　所求圖形：v–t 與 s–t</vt:lpstr>
      <vt:lpstr>例題 2-4　題目與思考重點</vt:lpstr>
      <vt:lpstr>例題 2-4　解題重點</vt:lpstr>
      <vt:lpstr>例題 2-4　所求圖形：a–s</vt:lpstr>
      <vt:lpstr>例題 2-5　題目與思考重點</vt:lpstr>
      <vt:lpstr>例題 2-5　解題重點</vt:lpstr>
      <vt:lpstr>例題 2-5　所求圖形：s–t 與 a–t</vt:lpstr>
      <vt:lpstr>例題 2-6　題目與思考重點</vt:lpstr>
      <vt:lpstr>例題 2-6　解題重點</vt:lpstr>
      <vt:lpstr>例題 2-6　所求圖形：v–t 與 s–t</vt:lpstr>
      <vt:lpstr>第 2 章（二）曲線運動</vt:lpstr>
      <vt:lpstr>例題 2-11　題目與思考重點</vt:lpstr>
      <vt:lpstr>例題 2-11　解題重點</vt:lpstr>
      <vt:lpstr>例題 2-12　題目與思考重點</vt:lpstr>
      <vt:lpstr>例題 2-12　解題重點</vt:lpstr>
      <vt:lpstr>例題 2-12　解題重點（續）</vt:lpstr>
      <vt:lpstr>例題 2-13　題目與思考重點</vt:lpstr>
      <vt:lpstr>例題 2-13　解題重點</vt:lpstr>
      <vt:lpstr>例題 2-14　題目與思考重點</vt:lpstr>
      <vt:lpstr>例題 2-14　解題重點</vt:lpstr>
      <vt:lpstr>例題 2-14　解題重點（續）</vt:lpstr>
      <vt:lpstr>例題 2-15　題目與思考重點</vt:lpstr>
      <vt:lpstr>例題 2-15　解題重點</vt:lpstr>
      <vt:lpstr>例題 2-15　解題重點（續）</vt:lpstr>
      <vt:lpstr>例題 2-16　題目與思考重點</vt:lpstr>
      <vt:lpstr>例題 2-16　解題重點</vt:lpstr>
      <vt:lpstr>例題 2-16　解題重點（續）</vt:lpstr>
      <vt:lpstr>第 2 章（三）極座標與切線法線座標</vt:lpstr>
      <vt:lpstr>例題 2-17　題目與思考重點</vt:lpstr>
      <vt:lpstr>例題 2-17　解題重點</vt:lpstr>
      <vt:lpstr>例題 2-17　解題重點（續）</vt:lpstr>
      <vt:lpstr>例題 2-18　題目與思考重點</vt:lpstr>
      <vt:lpstr>例題 2-18　解題重點</vt:lpstr>
      <vt:lpstr>例題 2-18　解題重點（續）</vt:lpstr>
      <vt:lpstr>例題 2-19　題目與思考重點</vt:lpstr>
      <vt:lpstr>例題 2-19　解題重點</vt:lpstr>
      <vt:lpstr>例題 2-20　題目與思考重點</vt:lpstr>
      <vt:lpstr>例題 2-20　解題重點</vt:lpstr>
      <vt:lpstr>例題 2-21　題目與思考重點</vt:lpstr>
      <vt:lpstr>例題 2-21　解題重點</vt:lpstr>
      <vt:lpstr>例題總整理：解題第一步</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R19</dc:creator>
  <cp:lastModifiedBy>BiLL Chen</cp:lastModifiedBy>
  <cp:revision>188</cp:revision>
  <dcterms:created xsi:type="dcterms:W3CDTF">2022-08-26T06:18:16Z</dcterms:created>
  <dcterms:modified xsi:type="dcterms:W3CDTF">2026-10-26T06:50:31Z</dcterms:modified>
</cp:coreProperties>
</file>